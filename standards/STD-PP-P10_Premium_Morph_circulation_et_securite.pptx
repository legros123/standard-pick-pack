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32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4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 •   CLR CHAMPIGNEULLES</a:t>
            </a:r>
            <a:endParaRPr lang="fr-FR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926080" cy="292608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7452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12344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3"/>
          <p:cNvSpPr/>
          <p:nvPr/>
        </p:nvSpPr>
        <p:spPr>
          <a:xfrm>
            <a:off x="384048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400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P10</a:t>
            </a:r>
            <a:endParaRPr lang="fr-FR" sz="1000" noProof="0" dirty="0"/>
          </a:p>
        </p:txBody>
      </p:sp>
      <p:sp>
        <p:nvSpPr>
          <p:cNvPr id="7" name="Text 4"/>
          <p:cNvSpPr/>
          <p:nvPr/>
        </p:nvSpPr>
        <p:spPr>
          <a:xfrm>
            <a:off x="384048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Circulation</a:t>
            </a:r>
            <a:endParaRPr lang="fr-FR" sz="5400" noProof="0" dirty="0"/>
          </a:p>
          <a:p>
            <a:pPr marL="0" indent="0">
              <a:buNone/>
            </a:pPr>
            <a:r>
              <a:rPr lang="fr-FR" sz="54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sécurité.</a:t>
            </a:r>
            <a:endParaRPr lang="fr-FR" sz="5400" noProof="0" dirty="0"/>
          </a:p>
        </p:txBody>
      </p:sp>
      <p:sp>
        <p:nvSpPr>
          <p:cNvPr id="8" name="Shape 5"/>
          <p:cNvSpPr/>
          <p:nvPr/>
        </p:nvSpPr>
        <p:spPr>
          <a:xfrm>
            <a:off x="3840480" y="3611880"/>
            <a:ext cx="548640" cy="0"/>
          </a:xfrm>
          <a:prstGeom prst="line">
            <a:avLst/>
          </a:prstGeom>
          <a:noFill/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84048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déplacement compte.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STD-PP-P10   •   Mars 2026   •   Formation opérateur</a:t>
            </a:r>
            <a:endParaRPr lang="fr-F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kern="0" spc="200" noProof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STOP respecté,</a:t>
            </a:r>
            <a:endParaRPr lang="fr-FR" sz="3200" noProof="0" dirty="0"/>
          </a:p>
          <a:p>
            <a:pPr marL="0" indent="0" algn="ctr">
              <a:buNone/>
            </a:pPr>
            <a:r>
              <a:rPr lang="fr-FR" sz="32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piéton protégé. »</a:t>
            </a:r>
            <a:endParaRPr lang="fr-FR" sz="32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6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Règles cœur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du déplacement engin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30302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9202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Respecter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STOP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157734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68580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complet en fin d'allée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gauche et droite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26898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202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6042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Suivre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sens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434340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5186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Marquage au sol respecté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à contresens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9"/>
          <p:cNvSpPr/>
          <p:nvPr/>
        </p:nvSpPr>
        <p:spPr>
          <a:xfrm>
            <a:off x="683514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92024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l'engin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710946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179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Freins, klaxon, feux, fourches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toute anomalie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sens, engin contrôlé : la base de chaque trajet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Comportements engin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 en sécurité dans le CLR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73152" cy="2926080"/>
          </a:xfrm>
          <a:prstGeom prst="rect">
            <a:avLst/>
          </a:prstGeom>
          <a:solidFill>
            <a:srgbClr val="2D8C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2D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Céder priorité au piéton (toujours)</a:t>
            </a:r>
            <a:endParaRPr lang="fr-FR" sz="1200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254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S'annoncer avant un dépassement ou angle mort</a:t>
            </a:r>
            <a:endParaRPr lang="fr-FR" sz="1200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387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 avec autorisation valide à jour</a:t>
            </a:r>
            <a:endParaRPr lang="fr-FR" sz="1200" noProof="0" dirty="0"/>
          </a:p>
        </p:txBody>
      </p:sp>
      <p:sp>
        <p:nvSpPr>
          <p:cNvPr id="17" name="Shape 11"/>
          <p:cNvSpPr/>
          <p:nvPr/>
        </p:nvSpPr>
        <p:spPr>
          <a:xfrm>
            <a:off x="470916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2"/>
          <p:cNvSpPr/>
          <p:nvPr/>
        </p:nvSpPr>
        <p:spPr>
          <a:xfrm>
            <a:off x="4709160" y="1417320"/>
            <a:ext cx="73152" cy="2926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3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11226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marche arrière abusive</a:t>
            </a:r>
            <a:endParaRPr lang="fr-FR" sz="1200" noProof="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82549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496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déplacement poste/fourches en hauteur en virage</a:t>
            </a:r>
            <a:endParaRPr lang="fr-FR" sz="1200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3872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conduite sans autorisation valide</a:t>
            </a:r>
            <a:endParaRPr lang="fr-FR" sz="1200" noProof="0" dirty="0"/>
          </a:p>
        </p:txBody>
      </p:sp>
      <p:sp>
        <p:nvSpPr>
          <p:cNvPr id="26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prioritaire  =  zone protégée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chaque déplacement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vérifications réflexes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484632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Abaisser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poste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73152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73152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Fourches / nacelle basses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54330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883664"/>
            <a:ext cx="484632" cy="4846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606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19" name="Text 14"/>
          <p:cNvSpPr/>
          <p:nvPr/>
        </p:nvSpPr>
        <p:spPr>
          <a:xfrm>
            <a:off x="349758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l'engin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349758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9758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Freins, klaxon, feux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30936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883664"/>
            <a:ext cx="484632" cy="4846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6" name="Text 20"/>
          <p:cNvSpPr/>
          <p:nvPr/>
        </p:nvSpPr>
        <p:spPr>
          <a:xfrm>
            <a:off x="626364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autorisation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626364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6364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portée sur soi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contrôlé  •  Poste abaissé  •  Autorisation à jour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arrive si les règles ne sont pas tenues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 / piéton</a:t>
            </a:r>
            <a:endParaRPr lang="fr-FR" sz="220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Non-respect STOP, vitesse excessive.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vital.</a:t>
            </a:r>
            <a:endParaRPr lang="fr-FR" sz="1000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Blessure grave / décès</a:t>
            </a:r>
            <a:endParaRPr lang="fr-FR" sz="1000" noProof="0" dirty="0"/>
          </a:p>
        </p:txBody>
      </p:sp>
      <p:sp>
        <p:nvSpPr>
          <p:cNvPr id="10" name="Shape 7"/>
          <p:cNvSpPr/>
          <p:nvPr/>
        </p:nvSpPr>
        <p:spPr>
          <a:xfrm>
            <a:off x="326898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326898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8288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engins</a:t>
            </a:r>
            <a:endParaRPr lang="fr-FR" sz="2200" noProof="0" dirty="0"/>
          </a:p>
        </p:txBody>
      </p:sp>
      <p:sp>
        <p:nvSpPr>
          <p:cNvPr id="14" name="Text 10"/>
          <p:cNvSpPr/>
          <p:nvPr/>
        </p:nvSpPr>
        <p:spPr>
          <a:xfrm>
            <a:off x="354330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Contresens, angle mort.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entre charges.</a:t>
            </a:r>
            <a:endParaRPr lang="fr-FR" sz="1000" noProof="0" dirty="0"/>
          </a:p>
        </p:txBody>
      </p:sp>
      <p:sp>
        <p:nvSpPr>
          <p:cNvPr id="15" name="Text 11"/>
          <p:cNvSpPr/>
          <p:nvPr/>
        </p:nvSpPr>
        <p:spPr>
          <a:xfrm>
            <a:off x="354330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exploitation</a:t>
            </a:r>
            <a:endParaRPr lang="fr-FR" sz="1000" noProof="0" dirty="0"/>
          </a:p>
        </p:txBody>
      </p:sp>
      <p:sp>
        <p:nvSpPr>
          <p:cNvPr id="16" name="Shape 12"/>
          <p:cNvSpPr/>
          <p:nvPr/>
        </p:nvSpPr>
        <p:spPr>
          <a:xfrm>
            <a:off x="603504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603504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Chute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charge</a:t>
            </a:r>
            <a:endParaRPr lang="fr-FR" sz="2200" noProof="0" dirty="0"/>
          </a:p>
        </p:txBody>
      </p:sp>
      <p:sp>
        <p:nvSpPr>
          <p:cNvPr id="20" name="Text 15"/>
          <p:cNvSpPr/>
          <p:nvPr/>
        </p:nvSpPr>
        <p:spPr>
          <a:xfrm>
            <a:off x="6309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non abaissé pendant déplacement en virage.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instable.</a:t>
            </a:r>
            <a:endParaRPr lang="fr-FR" sz="1000" noProof="0" dirty="0"/>
          </a:p>
        </p:txBody>
      </p:sp>
      <p:sp>
        <p:nvSpPr>
          <p:cNvPr id="21" name="Text 16"/>
          <p:cNvSpPr/>
          <p:nvPr/>
        </p:nvSpPr>
        <p:spPr>
          <a:xfrm>
            <a:off x="630936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Blessure / casse produit/basculement Engin</a:t>
            </a:r>
            <a:endParaRPr lang="fr-FR" sz="1000" noProof="0" dirty="0"/>
          </a:p>
        </p:txBody>
      </p:sp>
      <p:sp>
        <p:nvSpPr>
          <p:cNvPr id="22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strict des règles de circulation prévient ces accidents.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&amp; responsabilités</a:t>
            </a:r>
            <a:endParaRPr lang="fr-FR" sz="2200" noProof="0" dirty="0"/>
          </a:p>
        </p:txBody>
      </p:sp>
      <p:sp>
        <p:nvSpPr>
          <p:cNvPr id="6" name="Text 2"/>
          <p:cNvSpPr/>
          <p:nvPr/>
        </p:nvSpPr>
        <p:spPr>
          <a:xfrm>
            <a:off x="109728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déplacement</a:t>
            </a:r>
            <a:endParaRPr lang="fr-FR" sz="1100" noProof="0" dirty="0"/>
          </a:p>
        </p:txBody>
      </p:sp>
      <p:sp>
        <p:nvSpPr>
          <p:cNvPr id="7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45720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5"/>
          <p:cNvSpPr/>
          <p:nvPr/>
        </p:nvSpPr>
        <p:spPr>
          <a:xfrm>
            <a:off x="502920" y="1417320"/>
            <a:ext cx="4572000" cy="4572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10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47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19202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complet au STOP vérifié</a:t>
            </a:r>
            <a:endParaRPr lang="fr-FR" sz="11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34696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de circulation respecté</a:t>
            </a:r>
            <a:endParaRPr lang="fr-FR" sz="11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816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277368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engin contrôlé (check-list)</a:t>
            </a:r>
            <a:endParaRPr lang="fr-FR" sz="1100" noProof="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488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320040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de conduite valide</a:t>
            </a:r>
            <a:endParaRPr lang="fr-FR" sz="1100" noProof="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1608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362712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piéton appliquée</a:t>
            </a:r>
            <a:endParaRPr lang="fr-FR" sz="1100" noProof="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7280" y="40538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avant dépassement</a:t>
            </a:r>
            <a:endParaRPr lang="fr-FR" sz="1100" noProof="0" dirty="0"/>
          </a:p>
        </p:txBody>
      </p:sp>
      <p:sp>
        <p:nvSpPr>
          <p:cNvPr id="23" name="Shape 13"/>
          <p:cNvSpPr/>
          <p:nvPr/>
        </p:nvSpPr>
        <p:spPr>
          <a:xfrm>
            <a:off x="5212080" y="1417320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4"/>
          <p:cNvSpPr/>
          <p:nvPr/>
        </p:nvSpPr>
        <p:spPr>
          <a:xfrm>
            <a:off x="5212080" y="1417320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15"/>
          <p:cNvSpPr/>
          <p:nvPr/>
        </p:nvSpPr>
        <p:spPr>
          <a:xfrm>
            <a:off x="54406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Opérateur</a:t>
            </a:r>
            <a:endParaRPr lang="fr-FR" sz="1300" noProof="0" dirty="0"/>
          </a:p>
        </p:txBody>
      </p:sp>
      <p:sp>
        <p:nvSpPr>
          <p:cNvPr id="26" name="Text 16"/>
          <p:cNvSpPr/>
          <p:nvPr/>
        </p:nvSpPr>
        <p:spPr>
          <a:xfrm>
            <a:off x="54406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 toutes les règles. Vérifie l'engin. S'annonce. Autocontrôle permanent.</a:t>
            </a:r>
            <a:endParaRPr lang="fr-FR" sz="1000" noProof="0" dirty="0"/>
          </a:p>
        </p:txBody>
      </p:sp>
      <p:sp>
        <p:nvSpPr>
          <p:cNvPr id="27" name="Shape 17"/>
          <p:cNvSpPr/>
          <p:nvPr/>
        </p:nvSpPr>
        <p:spPr>
          <a:xfrm>
            <a:off x="5212080" y="2487168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18"/>
          <p:cNvSpPr/>
          <p:nvPr/>
        </p:nvSpPr>
        <p:spPr>
          <a:xfrm>
            <a:off x="5212080" y="2487168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19"/>
          <p:cNvSpPr/>
          <p:nvPr/>
        </p:nvSpPr>
        <p:spPr>
          <a:xfrm>
            <a:off x="544068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Pilotes/Superviseur</a:t>
            </a:r>
            <a:endParaRPr lang="fr-FR" sz="1300" noProof="0" dirty="0"/>
          </a:p>
        </p:txBody>
      </p:sp>
      <p:sp>
        <p:nvSpPr>
          <p:cNvPr id="30" name="Text 20"/>
          <p:cNvSpPr/>
          <p:nvPr/>
        </p:nvSpPr>
        <p:spPr>
          <a:xfrm>
            <a:off x="5440680" y="2898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Forme. Audite terrain. Contrôle autorisations. Remonte les incidents.</a:t>
            </a:r>
            <a:endParaRPr lang="fr-FR" sz="1000" noProof="0" dirty="0"/>
          </a:p>
        </p:txBody>
      </p:sp>
      <p:sp>
        <p:nvSpPr>
          <p:cNvPr id="31" name="Shape 21"/>
          <p:cNvSpPr/>
          <p:nvPr/>
        </p:nvSpPr>
        <p:spPr>
          <a:xfrm>
            <a:off x="5212080" y="3557016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2"/>
          <p:cNvSpPr/>
          <p:nvPr/>
        </p:nvSpPr>
        <p:spPr>
          <a:xfrm>
            <a:off x="5212080" y="3557016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3"/>
          <p:cNvSpPr/>
          <p:nvPr/>
        </p:nvSpPr>
        <p:spPr>
          <a:xfrm>
            <a:off x="54406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Resp. exploitation</a:t>
            </a:r>
            <a:endParaRPr lang="fr-FR" sz="1300" noProof="0" dirty="0"/>
          </a:p>
        </p:txBody>
      </p:sp>
      <p:sp>
        <p:nvSpPr>
          <p:cNvPr id="34" name="Text 24"/>
          <p:cNvSpPr/>
          <p:nvPr/>
        </p:nvSpPr>
        <p:spPr>
          <a:xfrm>
            <a:off x="5440680" y="39684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les indicateurs sécu. Valide les autorisations. Pilote les actions correctives.</a:t>
            </a:r>
            <a:endParaRPr lang="fr-FR" sz="1000" noProof="0" dirty="0"/>
          </a:p>
        </p:txBody>
      </p:sp>
      <p:sp>
        <p:nvSpPr>
          <p:cNvPr id="35" name="Text 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STD-PP-P10  •  Circulation &amp; Sécurité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sécurité</a:t>
            </a:r>
            <a:endParaRPr lang="fr-FR" sz="3800" noProof="0" dirty="0"/>
          </a:p>
          <a:p>
            <a:pPr marL="0" indent="0" algn="ctr">
              <a:buNone/>
            </a:pPr>
            <a:r>
              <a:rPr lang="fr-FR" sz="3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joue ici.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5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P10   •   CIRCULATION &amp; SÉCURITÉ   •   REXEL CLR CHAMPIGNEULLES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390</Words>
  <Application>Microsoft Office PowerPoint</Application>
  <PresentationFormat>Affichage à l'écran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STD-PP-P10</dc:title>
  <dc:subject>PptxGenJS Presentation</dc:subject>
  <dc:creator>REXEL CLR Champigneulles</dc:creator>
  <cp:lastModifiedBy>Georges, Charlene</cp:lastModifiedBy>
  <cp:revision>3</cp:revision>
  <dcterms:created xsi:type="dcterms:W3CDTF">2026-05-11T16:54:38Z</dcterms:created>
  <dcterms:modified xsi:type="dcterms:W3CDTF">2026-06-03T14:52:57Z</dcterms:modified>
</cp:coreProperties>
</file>