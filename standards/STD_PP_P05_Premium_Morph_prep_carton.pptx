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1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P5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trier, bien insérer, bien expédier.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STD-PP-P5   •   Mars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bon BL,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bon colis.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les BL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vérifications avant toute manipulation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groupés par n° de tournée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BL = N° tournée colis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Pochette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Documents ci-inclus »</a:t>
            </a:r>
            <a:endParaRPr lang="fr-FR" sz="1100" noProof="0" dirty="0"/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insérée et accessible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 inversé = données client exposées (RGPD).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&amp; coller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en pochette, étiquette sur face nue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le BL dans la pochette « documents ci-inclus »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la pochette sur une face nue du carton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l'étiquette d'expédition visible et lisible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BL inversé entre deux colis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D'étiquette sur la référence ou le visuel produit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pochette sur un rabat ou un angle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visible  =  colis livré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avant expédition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expédition : 3 vérifs obligatoires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BL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tournée + nb colis concordants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l'étiquette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Lisible, sur face nue, hors visuel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colis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Adhésif propre, envoi sur convoyeur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 vérifié  •  Une étiquette conforme  •  Un colis fermé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l'expédition n'est pas rigoureuse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inversé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client exposées chez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tiers. Violation RGPD.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Litige juridique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Réclamation client, retard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règlement, insatisfaction.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 dégradée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au mauvais client.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retour, perte confiance.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Coût de reprise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expédition rigoureuse réduit drastiquement litiges, réclamations et coûts de reprise.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avant chaque expédition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trié par tournée — concordance vérifiée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inséré dans pochette « documents ci-inclus »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Pochette collée sur face nue du colis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d'expédition visible et lisible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étiquette sur référence ou visuel produit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client associé au bon colis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vérifie, insère, colle, contrôle. Autocontrôle à chaque colis.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Forment. Analysent les réclamations. Contrôlent la conformité des expéditions.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taux de réclamations. Actions correctives si dérive. Qualité du process.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STD-PP-P5  •  Préparation carton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jusqu'au dernier colis.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P5   •   PRÉPARATION CARTON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433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2</cp:revision>
  <dcterms:created xsi:type="dcterms:W3CDTF">2026-04-21T20:30:49Z</dcterms:created>
  <dcterms:modified xsi:type="dcterms:W3CDTF">2026-06-03T14:48:10Z</dcterms:modified>
</cp:coreProperties>
</file>