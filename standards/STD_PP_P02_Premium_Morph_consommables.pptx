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28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27532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49640" y="256032"/>
            <a:ext cx="91440" cy="91440"/>
          </a:xfrm>
          <a:prstGeom prst="ellipse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3657600" y="502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kern="0" spc="2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X E L   F R A N C E    •    C L R   C H A M P I G N E U L </a:t>
            </a:r>
            <a:r>
              <a:rPr lang="fr-FR" sz="950" b="1" kern="0" spc="200" noProof="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950" b="1" kern="0" spc="2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950" noProof="0" dirty="0"/>
          </a:p>
        </p:txBody>
      </p:sp>
      <p:sp>
        <p:nvSpPr>
          <p:cNvPr id="6" name="Shape 4"/>
          <p:cNvSpPr/>
          <p:nvPr/>
        </p:nvSpPr>
        <p:spPr>
          <a:xfrm>
            <a:off x="3749040" y="960120"/>
            <a:ext cx="1371600" cy="347472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74904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E1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P2</a:t>
            </a:r>
            <a:endParaRPr lang="fr-FR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Consommables</a:t>
            </a:r>
            <a:endParaRPr lang="fr-FR" sz="4400" noProof="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4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maîtrisés.</a:t>
            </a:r>
            <a:endParaRPr lang="fr-FR" sz="4400" noProof="0" dirty="0"/>
          </a:p>
        </p:txBody>
      </p:sp>
      <p:sp>
        <p:nvSpPr>
          <p:cNvPr id="10" name="Text 8"/>
          <p:cNvSpPr/>
          <p:nvPr/>
        </p:nvSpPr>
        <p:spPr>
          <a:xfrm>
            <a:off x="37490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contenant, au bon moment.</a:t>
            </a:r>
            <a:endParaRPr lang="fr-F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3749040" y="3703320"/>
            <a:ext cx="45720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74904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STD-PP-P2   •   Avril 2026   •   Formation opérateur</a:t>
            </a:r>
            <a:endParaRPr lang="fr-F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23444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4884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200" noProof="0" dirty="0">
                <a:solidFill>
                  <a:srgbClr val="3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 —   Document contrôlé   —   Usage interne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54864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63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Palette vide non remplacée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toute l'équipe ralentie. »</a:t>
            </a:r>
            <a:endParaRPr lang="fr-FR" sz="30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6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Contenants d'expédition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Cartons, bacs : à chaque besoin sa solution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45720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228600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1" name="Shape 8"/>
          <p:cNvSpPr/>
          <p:nvPr/>
        </p:nvSpPr>
        <p:spPr>
          <a:xfrm>
            <a:off x="73152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Cartons</a:t>
            </a:r>
            <a:endParaRPr lang="fr-FR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d'expédition</a:t>
            </a:r>
            <a:endParaRPr lang="fr-FR" sz="1700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/ C11 / C12 / C13 / C14 / C16. Rangés par ordre décroissant. Usage : expédition client.</a:t>
            </a:r>
            <a:endParaRPr lang="fr-FR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306781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17" name="Shape 13"/>
          <p:cNvSpPr/>
          <p:nvPr/>
        </p:nvSpPr>
        <p:spPr>
          <a:xfrm>
            <a:off x="324612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324612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20" name="Shape 16"/>
          <p:cNvSpPr/>
          <p:nvPr/>
        </p:nvSpPr>
        <p:spPr>
          <a:xfrm>
            <a:off x="352044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031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Bacs</a:t>
            </a:r>
            <a:endParaRPr lang="fr-FR" sz="2000" noProof="0" dirty="0"/>
          </a:p>
        </p:txBody>
      </p:sp>
      <p:sp>
        <p:nvSpPr>
          <p:cNvPr id="23" name="Text 18"/>
          <p:cNvSpPr/>
          <p:nvPr/>
        </p:nvSpPr>
        <p:spPr>
          <a:xfrm>
            <a:off x="342900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consignés</a:t>
            </a:r>
            <a:endParaRPr lang="fr-FR" sz="1700" noProof="0" dirty="0"/>
          </a:p>
        </p:txBody>
      </p:sp>
      <p:sp>
        <p:nvSpPr>
          <p:cNvPr id="24" name="Text 19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ciel D11/Bleu foncé B13/B16 → MAD agences. </a:t>
            </a:r>
          </a:p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A11/A13/A16  → réassort.</a:t>
            </a:r>
            <a:endParaRPr lang="fr-FR" sz="1100" noProof="0" dirty="0"/>
          </a:p>
        </p:txBody>
      </p:sp>
      <p:sp>
        <p:nvSpPr>
          <p:cNvPr id="25" name="Text 20"/>
          <p:cNvSpPr/>
          <p:nvPr/>
        </p:nvSpPr>
        <p:spPr>
          <a:xfrm>
            <a:off x="585673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26" name="Shape 21"/>
          <p:cNvSpPr/>
          <p:nvPr/>
        </p:nvSpPr>
        <p:spPr>
          <a:xfrm>
            <a:off x="603504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2"/>
          <p:cNvSpPr/>
          <p:nvPr/>
        </p:nvSpPr>
        <p:spPr>
          <a:xfrm>
            <a:off x="603504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786384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9" name="Shape 24"/>
          <p:cNvSpPr/>
          <p:nvPr/>
        </p:nvSpPr>
        <p:spPr>
          <a:xfrm>
            <a:off x="630936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031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Bacs</a:t>
            </a:r>
            <a:endParaRPr lang="fr-FR" sz="2000" noProof="0" dirty="0"/>
          </a:p>
        </p:txBody>
      </p:sp>
      <p:sp>
        <p:nvSpPr>
          <p:cNvPr id="32" name="Text 26"/>
          <p:cNvSpPr/>
          <p:nvPr/>
        </p:nvSpPr>
        <p:spPr>
          <a:xfrm>
            <a:off x="621792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</a:t>
            </a:r>
            <a:endParaRPr lang="fr-FR" sz="1700" noProof="0" dirty="0"/>
          </a:p>
        </p:txBody>
      </p:sp>
      <p:sp>
        <p:nvSpPr>
          <p:cNvPr id="33" name="Text 27"/>
          <p:cNvSpPr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Isolés en caisse dédiée. Jamais réutilisés.</a:t>
            </a:r>
            <a:endParaRPr lang="fr-FR" sz="1100" noProof="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contenant  •  la bonne destination  •  le bon usage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Protection des produits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faire, ce qu'il faut éviter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2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91440" cy="3017520"/>
          </a:xfrm>
          <a:prstGeom prst="rect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400" noProof="0" dirty="0">
                <a:solidFill>
                  <a:srgbClr val="2E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  F A I R E</a:t>
            </a:r>
            <a:endParaRPr lang="fr-FR" sz="1400" noProof="0" dirty="0"/>
          </a:p>
        </p:txBody>
      </p:sp>
      <p:sp>
        <p:nvSpPr>
          <p:cNvPr id="12" name="Shape 8"/>
          <p:cNvSpPr/>
          <p:nvPr/>
        </p:nvSpPr>
        <p:spPr>
          <a:xfrm>
            <a:off x="731520" y="250545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3152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→ papier bulle</a:t>
            </a:r>
            <a:endParaRPr lang="fr-F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731520" y="323697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3152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→ enveloppe + étiquette</a:t>
            </a:r>
            <a:endParaRPr lang="fr-FR" sz="1200" noProof="0" dirty="0"/>
          </a:p>
        </p:txBody>
      </p:sp>
      <p:sp>
        <p:nvSpPr>
          <p:cNvPr id="18" name="Shape 14"/>
          <p:cNvSpPr/>
          <p:nvPr/>
        </p:nvSpPr>
        <p:spPr>
          <a:xfrm>
            <a:off x="731520" y="3968496"/>
            <a:ext cx="292608" cy="292608"/>
          </a:xfrm>
          <a:prstGeom prst="ellipse">
            <a:avLst/>
          </a:prstGeom>
          <a:solidFill>
            <a:srgbClr val="2E9D5C"/>
          </a:solidFill>
          <a:ln w="12700">
            <a:solidFill>
              <a:srgbClr val="2E9D5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315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Calage → bulles / humidité → film ou sachet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4663440" y="1554480"/>
            <a:ext cx="91440" cy="30175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830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92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400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 M A I S</a:t>
            </a:r>
            <a:endParaRPr lang="fr-FR" sz="1400" noProof="0" dirty="0"/>
          </a:p>
        </p:txBody>
      </p:sp>
      <p:sp>
        <p:nvSpPr>
          <p:cNvPr id="25" name="Shape 20"/>
          <p:cNvSpPr/>
          <p:nvPr/>
        </p:nvSpPr>
        <p:spPr>
          <a:xfrm>
            <a:off x="4937760" y="250545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93776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27" name="Text 22"/>
          <p:cNvSpPr/>
          <p:nvPr/>
        </p:nvSpPr>
        <p:spPr>
          <a:xfrm>
            <a:off x="534924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D'emplacement vide sans action</a:t>
            </a:r>
            <a:endParaRPr lang="fr-FR" sz="1200" noProof="0" dirty="0"/>
          </a:p>
        </p:txBody>
      </p:sp>
      <p:sp>
        <p:nvSpPr>
          <p:cNvPr id="28" name="Shape 23"/>
          <p:cNvSpPr/>
          <p:nvPr/>
        </p:nvSpPr>
        <p:spPr>
          <a:xfrm>
            <a:off x="4937760" y="323697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93776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30" name="Text 25"/>
          <p:cNvSpPr/>
          <p:nvPr/>
        </p:nvSpPr>
        <p:spPr>
          <a:xfrm>
            <a:off x="534924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réutilisation d'un bac détérioré</a:t>
            </a:r>
            <a:endParaRPr lang="fr-FR" sz="1200" noProof="0" dirty="0"/>
          </a:p>
        </p:txBody>
      </p:sp>
      <p:sp>
        <p:nvSpPr>
          <p:cNvPr id="31" name="Shape 26"/>
          <p:cNvSpPr/>
          <p:nvPr/>
        </p:nvSpPr>
        <p:spPr>
          <a:xfrm>
            <a:off x="4937760" y="396849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937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300" noProof="0" dirty="0"/>
          </a:p>
        </p:txBody>
      </p:sp>
      <p:sp>
        <p:nvSpPr>
          <p:cNvPr id="33" name="Text 28"/>
          <p:cNvSpPr/>
          <p:nvPr/>
        </p:nvSpPr>
        <p:spPr>
          <a:xfrm>
            <a:off x="534924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mélange de références</a:t>
            </a:r>
            <a:endParaRPr lang="fr-FR" sz="1200" noProof="0" dirty="0"/>
          </a:p>
        </p:txBody>
      </p:sp>
      <p:sp>
        <p:nvSpPr>
          <p:cNvPr id="34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i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protégé  =  client satisfait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Gestes de rangement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Avant, pendant, après la préparation</a:t>
            </a:r>
            <a:endParaRPr lang="fr-F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589520" y="502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200" b="1" kern="0" spc="2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3   /   0 3</a:t>
            </a:r>
            <a:endParaRPr lang="fr-F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8046720" y="868680"/>
            <a:ext cx="731520" cy="36576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45720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228600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1" name="Shape 8"/>
          <p:cNvSpPr/>
          <p:nvPr/>
        </p:nvSpPr>
        <p:spPr>
          <a:xfrm>
            <a:off x="73152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Remplacer</a:t>
            </a:r>
            <a:endParaRPr lang="fr-FR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palette</a:t>
            </a:r>
            <a:endParaRPr lang="fr-FR" sz="1700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carton ou bac pris = nouvelle palette posée et défilmée.</a:t>
            </a:r>
            <a:endParaRPr lang="fr-FR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306781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17" name="Shape 13"/>
          <p:cNvSpPr/>
          <p:nvPr/>
        </p:nvSpPr>
        <p:spPr>
          <a:xfrm>
            <a:off x="324612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324612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20" name="Shape 16"/>
          <p:cNvSpPr/>
          <p:nvPr/>
        </p:nvSpPr>
        <p:spPr>
          <a:xfrm>
            <a:off x="352044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031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Ranger</a:t>
            </a:r>
            <a:endParaRPr lang="fr-FR" sz="2000" noProof="0" dirty="0"/>
          </a:p>
        </p:txBody>
      </p:sp>
      <p:sp>
        <p:nvSpPr>
          <p:cNvPr id="23" name="Text 18"/>
          <p:cNvSpPr/>
          <p:nvPr/>
        </p:nvSpPr>
        <p:spPr>
          <a:xfrm>
            <a:off x="342900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taille</a:t>
            </a:r>
            <a:endParaRPr lang="fr-FR" sz="1700" noProof="0" dirty="0"/>
          </a:p>
        </p:txBody>
      </p:sp>
      <p:sp>
        <p:nvSpPr>
          <p:cNvPr id="24" name="Text 19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référence à son emplacement. Ordre décroissant respecté.</a:t>
            </a:r>
            <a:endParaRPr lang="fr-FR" sz="1100" noProof="0" dirty="0"/>
          </a:p>
        </p:txBody>
      </p:sp>
      <p:sp>
        <p:nvSpPr>
          <p:cNvPr id="25" name="Text 20"/>
          <p:cNvSpPr/>
          <p:nvPr/>
        </p:nvSpPr>
        <p:spPr>
          <a:xfrm>
            <a:off x="585673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26" name="Shape 21"/>
          <p:cNvSpPr/>
          <p:nvPr/>
        </p:nvSpPr>
        <p:spPr>
          <a:xfrm>
            <a:off x="6035040" y="1554480"/>
            <a:ext cx="2651760" cy="6400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2"/>
          <p:cNvSpPr/>
          <p:nvPr/>
        </p:nvSpPr>
        <p:spPr>
          <a:xfrm>
            <a:off x="6035040" y="1618488"/>
            <a:ext cx="265176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786384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5600" b="1" noProof="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9" name="Shape 24"/>
          <p:cNvSpPr/>
          <p:nvPr/>
        </p:nvSpPr>
        <p:spPr>
          <a:xfrm>
            <a:off x="6309360" y="1874520"/>
            <a:ext cx="868680" cy="868680"/>
          </a:xfrm>
          <a:prstGeom prst="ellipse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031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Signaler</a:t>
            </a:r>
            <a:endParaRPr lang="fr-FR" sz="2000" noProof="0" dirty="0"/>
          </a:p>
        </p:txBody>
      </p:sp>
      <p:sp>
        <p:nvSpPr>
          <p:cNvPr id="32" name="Text 26"/>
          <p:cNvSpPr/>
          <p:nvPr/>
        </p:nvSpPr>
        <p:spPr>
          <a:xfrm>
            <a:off x="621792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ruptures</a:t>
            </a:r>
            <a:endParaRPr lang="fr-FR" sz="1700" noProof="0" dirty="0"/>
          </a:p>
        </p:txBody>
      </p:sp>
      <p:sp>
        <p:nvSpPr>
          <p:cNvPr id="33" name="Text 27"/>
          <p:cNvSpPr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bas ou rupture → prévenir le pilote immédiatement.</a:t>
            </a:r>
            <a:endParaRPr lang="fr-FR" sz="1100" noProof="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rangement tenu  •  un flux qui ne s'arrête pas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400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E S   R I S Q U E S   R É E L 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arrive si les consommables ne suivent pas</a:t>
            </a:r>
            <a:endParaRPr lang="fr-F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Rupture</a:t>
            </a:r>
            <a:endParaRPr lang="fr-FR" sz="22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stock</a:t>
            </a:r>
            <a:endParaRPr lang="fr-FR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Consommable manquant en cours de prépa.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préparation</a:t>
            </a:r>
            <a:endParaRPr lang="fr-FR" sz="1100" noProof="0" dirty="0"/>
          </a:p>
        </p:txBody>
      </p:sp>
      <p:sp>
        <p:nvSpPr>
          <p:cNvPr id="13" name="Shape 10"/>
          <p:cNvSpPr/>
          <p:nvPr/>
        </p:nvSpPr>
        <p:spPr>
          <a:xfrm>
            <a:off x="324612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4612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1945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Casse</a:t>
            </a:r>
            <a:endParaRPr lang="fr-FR" sz="2200" noProof="0" dirty="0"/>
          </a:p>
        </p:txBody>
      </p:sp>
      <p:sp>
        <p:nvSpPr>
          <p:cNvPr id="17" name="Text 13"/>
          <p:cNvSpPr/>
          <p:nvPr/>
        </p:nvSpPr>
        <p:spPr>
          <a:xfrm>
            <a:off x="34747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insuffisante ou inadaptée au produit.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47472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7472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Réclamation client</a:t>
            </a:r>
            <a:endParaRPr lang="fr-FR" sz="1100" noProof="0" dirty="0"/>
          </a:p>
        </p:txBody>
      </p:sp>
      <p:sp>
        <p:nvSpPr>
          <p:cNvPr id="21" name="Shape 17"/>
          <p:cNvSpPr/>
          <p:nvPr/>
        </p:nvSpPr>
        <p:spPr>
          <a:xfrm>
            <a:off x="6080760" y="1920240"/>
            <a:ext cx="26517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080760" y="1975104"/>
            <a:ext cx="2651760" cy="259689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Mauvais</a:t>
            </a:r>
            <a:endParaRPr lang="fr-FR" sz="2200" noProof="0" dirty="0"/>
          </a:p>
        </p:txBody>
      </p:sp>
      <p:sp>
        <p:nvSpPr>
          <p:cNvPr id="25" name="Text 20"/>
          <p:cNvSpPr/>
          <p:nvPr/>
        </p:nvSpPr>
        <p:spPr>
          <a:xfrm>
            <a:off x="63093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fr-FR" sz="1200" noProof="0" dirty="0"/>
          </a:p>
        </p:txBody>
      </p:sp>
      <p:sp>
        <p:nvSpPr>
          <p:cNvPr id="26" name="Text 21"/>
          <p:cNvSpPr/>
          <p:nvPr/>
        </p:nvSpPr>
        <p:spPr>
          <a:xfrm>
            <a:off x="630936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entre bacs agences et cartons client.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309360" y="4114800"/>
            <a:ext cx="219456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0936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Litige livraison</a:t>
            </a:r>
            <a:endParaRPr lang="fr-FR" sz="1100" noProof="0" dirty="0"/>
          </a:p>
        </p:txBody>
      </p:sp>
      <p:sp>
        <p:nvSpPr>
          <p:cNvPr id="29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consommables maîtrisés réduisent les arrêts et les litiges.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0E1C36"/>
          </a:solidFill>
          <a:ln w="1905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&amp; responsabilités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prise de poste</a:t>
            </a:r>
            <a:endParaRPr lang="fr-FR" sz="1200" noProof="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297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4297680" cy="502920"/>
          </a:xfrm>
          <a:prstGeom prst="rect">
            <a:avLst/>
          </a:prstGeom>
          <a:solidFill>
            <a:srgbClr val="0E1C36"/>
          </a:solidFill>
          <a:ln w="12700">
            <a:solidFill>
              <a:srgbClr val="0E1C3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   C H E C K L I S T</a:t>
            </a:r>
            <a:endParaRPr lang="fr-FR" sz="130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7093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10312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contenant sélectionné (carton ou bac)</a:t>
            </a:r>
            <a:endParaRPr lang="fr-FR" sz="120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4431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247650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adaptée au produit (bulle, film, enveloppe)</a:t>
            </a:r>
            <a:endParaRPr lang="fr-FR" sz="1200" noProof="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1769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284988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vide remplacée et défilmée</a:t>
            </a:r>
            <a:endParaRPr lang="fr-FR" sz="1200" noProof="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107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22326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Rangement par taille respecté</a:t>
            </a:r>
            <a:endParaRPr lang="fr-FR" sz="1200" noProof="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64458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359664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détérioré isolé en caisse HS</a:t>
            </a:r>
            <a:endParaRPr lang="fr-FR" sz="1200" noProof="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3783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97280" y="3970020"/>
            <a:ext cx="347472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bas signalé au pilote de zone</a:t>
            </a:r>
            <a:endParaRPr lang="fr-FR" sz="1200" noProof="0" dirty="0"/>
          </a:p>
        </p:txBody>
      </p:sp>
      <p:sp>
        <p:nvSpPr>
          <p:cNvPr id="22" name="Shape 12"/>
          <p:cNvSpPr/>
          <p:nvPr/>
        </p:nvSpPr>
        <p:spPr>
          <a:xfrm>
            <a:off x="4937760" y="1463040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3"/>
          <p:cNvSpPr/>
          <p:nvPr/>
        </p:nvSpPr>
        <p:spPr>
          <a:xfrm>
            <a:off x="5029200" y="1463040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4"/>
          <p:cNvSpPr/>
          <p:nvPr/>
        </p:nvSpPr>
        <p:spPr>
          <a:xfrm>
            <a:off x="5212080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350" noProof="0" dirty="0"/>
          </a:p>
        </p:txBody>
      </p:sp>
      <p:sp>
        <p:nvSpPr>
          <p:cNvPr id="25" name="Text 15"/>
          <p:cNvSpPr/>
          <p:nvPr/>
        </p:nvSpPr>
        <p:spPr>
          <a:xfrm>
            <a:off x="5212080" y="18470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Remplace. Range. Protège. Isole les HS.</a:t>
            </a:r>
            <a:endParaRPr lang="fr-FR" sz="1050" noProof="0" dirty="0"/>
          </a:p>
        </p:txBody>
      </p:sp>
      <p:sp>
        <p:nvSpPr>
          <p:cNvPr id="26" name="Shape 16"/>
          <p:cNvSpPr/>
          <p:nvPr/>
        </p:nvSpPr>
        <p:spPr>
          <a:xfrm>
            <a:off x="4937760" y="2505456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17"/>
          <p:cNvSpPr/>
          <p:nvPr/>
        </p:nvSpPr>
        <p:spPr>
          <a:xfrm>
            <a:off x="5029200" y="2505456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18"/>
          <p:cNvSpPr/>
          <p:nvPr/>
        </p:nvSpPr>
        <p:spPr>
          <a:xfrm>
            <a:off x="5212080" y="2596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350" noProof="0" dirty="0"/>
          </a:p>
        </p:txBody>
      </p:sp>
      <p:sp>
        <p:nvSpPr>
          <p:cNvPr id="29" name="Text 19"/>
          <p:cNvSpPr/>
          <p:nvPr/>
        </p:nvSpPr>
        <p:spPr>
          <a:xfrm>
            <a:off x="5212080" y="28895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les niveaux. Signalent réappro. Auditent le rangement.</a:t>
            </a:r>
            <a:endParaRPr lang="fr-FR" sz="1050" noProof="0" dirty="0"/>
          </a:p>
        </p:txBody>
      </p:sp>
      <p:sp>
        <p:nvSpPr>
          <p:cNvPr id="30" name="Shape 20"/>
          <p:cNvSpPr/>
          <p:nvPr/>
        </p:nvSpPr>
        <p:spPr>
          <a:xfrm>
            <a:off x="4937760" y="3547872"/>
            <a:ext cx="91440" cy="932688"/>
          </a:xfrm>
          <a:prstGeom prst="rect">
            <a:avLst/>
          </a:prstGeom>
          <a:solidFill>
            <a:srgbClr val="F3A31A"/>
          </a:solidFill>
          <a:ln w="127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1"/>
          <p:cNvSpPr/>
          <p:nvPr/>
        </p:nvSpPr>
        <p:spPr>
          <a:xfrm>
            <a:off x="5029200" y="3547872"/>
            <a:ext cx="3657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2"/>
          <p:cNvSpPr/>
          <p:nvPr/>
        </p:nvSpPr>
        <p:spPr>
          <a:xfrm>
            <a:off x="521208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350" noProof="0" dirty="0"/>
          </a:p>
        </p:txBody>
      </p:sp>
      <p:sp>
        <p:nvSpPr>
          <p:cNvPr id="33" name="Text 23"/>
          <p:cNvSpPr/>
          <p:nvPr/>
        </p:nvSpPr>
        <p:spPr>
          <a:xfrm>
            <a:off x="5212080" y="39319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réappro. Suit les indicateurs casse et rupture.</a:t>
            </a:r>
            <a:endParaRPr lang="fr-FR" sz="1050" noProof="0" dirty="0"/>
          </a:p>
        </p:txBody>
      </p:sp>
      <p:sp>
        <p:nvSpPr>
          <p:cNvPr id="34" name="Text 2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D - P </a:t>
            </a:r>
            <a:r>
              <a:rPr lang="fr-FR" sz="9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P2      •      Consommables      •      C L R   C h a m p i g n e u l </a:t>
            </a:r>
            <a:r>
              <a:rPr lang="fr-FR" sz="9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9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54680" y="640080"/>
            <a:ext cx="2834640" cy="2834640"/>
          </a:xfrm>
          <a:prstGeom prst="ellipse">
            <a:avLst/>
          </a:prstGeom>
          <a:solidFill>
            <a:srgbClr val="1E2D4F"/>
          </a:solidFill>
          <a:ln w="25400">
            <a:solidFill>
              <a:srgbClr val="F3A31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544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bon consommable,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i="1" noProof="0" dirty="0">
                <a:solidFill>
                  <a:srgbClr val="F3A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bon moment.</a:t>
            </a:r>
            <a:endParaRPr lang="fr-FR" sz="30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A N D A R D   P2      •      CONSOMMABLES      •      R E X E L   C L R   C H A M P I G N E U L </a:t>
            </a:r>
            <a:r>
              <a:rPr lang="fr-FR" sz="1000" kern="0" spc="300" noProof="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1000" kern="0" spc="300" noProof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556</Words>
  <Application>Microsoft Office PowerPoint</Application>
  <PresentationFormat>Affichage à l'écran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STD-PP-P2 — Consommables : cartons et bacs consignés</dc:title>
  <dc:subject>PptxGenJS Presentation</dc:subject>
  <dc:creator>Greg — Rexel CLR Champigneulles</dc:creator>
  <cp:lastModifiedBy>Georges, Charlene</cp:lastModifiedBy>
  <cp:revision>3</cp:revision>
  <dcterms:created xsi:type="dcterms:W3CDTF">2026-04-21T21:04:01Z</dcterms:created>
  <dcterms:modified xsi:type="dcterms:W3CDTF">2026-06-03T14:46:20Z</dcterms:modified>
</cp:coreProperties>
</file>