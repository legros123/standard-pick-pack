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25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813816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50392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926080" cy="2926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457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kern="0" spc="6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fr-FR" sz="1000" noProof="0" dirty="0"/>
          </a:p>
        </p:txBody>
      </p:sp>
      <p:sp>
        <p:nvSpPr>
          <p:cNvPr id="8" name="Shape 5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</a:t>
            </a:r>
            <a:endParaRPr lang="fr-F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93192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</a:t>
            </a:r>
            <a:endParaRPr lang="fr-FR" sz="6000" noProof="0" dirty="0"/>
          </a:p>
        </p:txBody>
      </p:sp>
      <p:sp>
        <p:nvSpPr>
          <p:cNvPr id="11" name="Text 8"/>
          <p:cNvSpPr/>
          <p:nvPr/>
        </p:nvSpPr>
        <p:spPr>
          <a:xfrm>
            <a:off x="3931920" y="2148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poste.</a:t>
            </a:r>
            <a:endParaRPr lang="fr-FR" sz="6000" noProof="0" dirty="0"/>
          </a:p>
        </p:txBody>
      </p:sp>
      <p:sp>
        <p:nvSpPr>
          <p:cNvPr id="12" name="Text 9"/>
          <p:cNvSpPr/>
          <p:nvPr/>
        </p:nvSpPr>
        <p:spPr>
          <a:xfrm>
            <a:off x="3931920" y="3063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commence avant la production.</a:t>
            </a:r>
            <a:endParaRPr lang="fr-FR" sz="1500" noProof="0" dirty="0"/>
          </a:p>
        </p:txBody>
      </p:sp>
      <p:sp>
        <p:nvSpPr>
          <p:cNvPr id="13" name="Shape 10"/>
          <p:cNvSpPr/>
          <p:nvPr/>
        </p:nvSpPr>
        <p:spPr>
          <a:xfrm>
            <a:off x="3931920" y="365760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393192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kern="0" spc="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   •   Février 2026   •   Formation opérateur</a:t>
            </a:r>
            <a:endParaRPr lang="fr-FR" sz="1000" noProof="0" dirty="0"/>
          </a:p>
        </p:txBody>
      </p:sp>
      <p:sp>
        <p:nvSpPr>
          <p:cNvPr id="15" name="Text 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kern="0" spc="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85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274320"/>
            <a:ext cx="3108960" cy="3108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Pas d'EPI,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zone de travail. »</a:t>
            </a:r>
            <a:endParaRPr lang="fr-FR" sz="38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8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obligatoires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 de protection individuelle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28016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Chaussures</a:t>
            </a:r>
            <a:endParaRPr lang="fr-FR" sz="1800" noProof="0" dirty="0"/>
          </a:p>
        </p:txBody>
      </p:sp>
      <p:sp>
        <p:nvSpPr>
          <p:cNvPr id="13" name="Text 9"/>
          <p:cNvSpPr/>
          <p:nvPr/>
        </p:nvSpPr>
        <p:spPr>
          <a:xfrm>
            <a:off x="6858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sécurité</a:t>
            </a:r>
            <a:endParaRPr lang="fr-F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329184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329184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406908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0116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Gants</a:t>
            </a:r>
            <a:endParaRPr lang="fr-FR" sz="1800" noProof="0" dirty="0"/>
          </a:p>
        </p:txBody>
      </p:sp>
      <p:sp>
        <p:nvSpPr>
          <p:cNvPr id="19" name="Text 14"/>
          <p:cNvSpPr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manutention</a:t>
            </a:r>
            <a:endParaRPr lang="fr-FR" sz="1100" noProof="0" dirty="0"/>
          </a:p>
        </p:txBody>
      </p:sp>
      <p:sp>
        <p:nvSpPr>
          <p:cNvPr id="20" name="Shape 15"/>
          <p:cNvSpPr/>
          <p:nvPr/>
        </p:nvSpPr>
        <p:spPr>
          <a:xfrm>
            <a:off x="608076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608076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685800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0116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36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Gilet HV</a:t>
            </a:r>
            <a:endParaRPr lang="fr-FR" sz="1800" noProof="0" dirty="0"/>
          </a:p>
        </p:txBody>
      </p:sp>
      <p:sp>
        <p:nvSpPr>
          <p:cNvPr id="25" name="Text 19"/>
          <p:cNvSpPr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 = Opérateur</a:t>
            </a:r>
            <a:endParaRPr lang="fr-FR" sz="1100" noProof="0" dirty="0"/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= Pilote</a:t>
            </a:r>
            <a:endParaRPr lang="fr-FR" sz="1100" noProof="0" dirty="0"/>
          </a:p>
        </p:txBody>
      </p:sp>
      <p:sp>
        <p:nvSpPr>
          <p:cNvPr id="26" name="Shape 2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4456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d'EPI = pas d'accès zone </a:t>
            </a:r>
            <a:r>
              <a:rPr lang="fr-FR" sz="1300" b="1" noProof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travail.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en zone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Circuler en sécurité dans l'entrepôt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73152" cy="2926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777240" y="2103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9"/>
          <p:cNvSpPr/>
          <p:nvPr/>
        </p:nvSpPr>
        <p:spPr>
          <a:xfrm>
            <a:off x="77724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000" noProof="0" dirty="0"/>
          </a:p>
        </p:txBody>
      </p:sp>
      <p:sp>
        <p:nvSpPr>
          <p:cNvPr id="14" name="Text 10"/>
          <p:cNvSpPr/>
          <p:nvPr/>
        </p:nvSpPr>
        <p:spPr>
          <a:xfrm>
            <a:off x="114300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Emprunter toujours l'allée piétonne</a:t>
            </a:r>
            <a:endParaRPr lang="fr-FR" sz="1300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27889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2"/>
          <p:cNvSpPr/>
          <p:nvPr/>
        </p:nvSpPr>
        <p:spPr>
          <a:xfrm>
            <a:off x="77724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000" noProof="0" dirty="0"/>
          </a:p>
        </p:txBody>
      </p:sp>
      <p:sp>
        <p:nvSpPr>
          <p:cNvPr id="17" name="Text 13"/>
          <p:cNvSpPr/>
          <p:nvPr/>
        </p:nvSpPr>
        <p:spPr>
          <a:xfrm>
            <a:off x="114300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 marquage au sol</a:t>
            </a:r>
            <a:endParaRPr lang="fr-FR" sz="1300" noProof="0" dirty="0"/>
          </a:p>
        </p:txBody>
      </p:sp>
      <p:sp>
        <p:nvSpPr>
          <p:cNvPr id="18" name="Shape 14"/>
          <p:cNvSpPr/>
          <p:nvPr/>
        </p:nvSpPr>
        <p:spPr>
          <a:xfrm>
            <a:off x="777240" y="34747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77724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000" noProof="0" dirty="0"/>
          </a:p>
        </p:txBody>
      </p:sp>
      <p:sp>
        <p:nvSpPr>
          <p:cNvPr id="20" name="Text 16"/>
          <p:cNvSpPr/>
          <p:nvPr/>
        </p:nvSpPr>
        <p:spPr>
          <a:xfrm>
            <a:off x="114300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le gilet haute visibilité</a:t>
            </a:r>
            <a:endParaRPr lang="fr-FR" sz="1300" noProof="0" dirty="0"/>
          </a:p>
        </p:txBody>
      </p:sp>
      <p:sp>
        <p:nvSpPr>
          <p:cNvPr id="21" name="Shape 17"/>
          <p:cNvSpPr/>
          <p:nvPr/>
        </p:nvSpPr>
        <p:spPr>
          <a:xfrm>
            <a:off x="461772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4617720" y="1417320"/>
            <a:ext cx="73152" cy="2926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6002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120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300" noProof="0" dirty="0"/>
          </a:p>
        </p:txBody>
      </p:sp>
      <p:sp>
        <p:nvSpPr>
          <p:cNvPr id="25" name="Shape 20"/>
          <p:cNvSpPr/>
          <p:nvPr/>
        </p:nvSpPr>
        <p:spPr>
          <a:xfrm>
            <a:off x="4846320" y="21031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1"/>
          <p:cNvSpPr/>
          <p:nvPr/>
        </p:nvSpPr>
        <p:spPr>
          <a:xfrm>
            <a:off x="484632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27" name="Text 22"/>
          <p:cNvSpPr/>
          <p:nvPr/>
        </p:nvSpPr>
        <p:spPr>
          <a:xfrm>
            <a:off x="521208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raccourci par les allées engins</a:t>
            </a:r>
            <a:endParaRPr lang="fr-FR" sz="1300" noProof="0" dirty="0"/>
          </a:p>
        </p:txBody>
      </p:sp>
      <p:sp>
        <p:nvSpPr>
          <p:cNvPr id="28" name="Shape 23"/>
          <p:cNvSpPr/>
          <p:nvPr/>
        </p:nvSpPr>
        <p:spPr>
          <a:xfrm>
            <a:off x="4846320" y="27889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4"/>
          <p:cNvSpPr/>
          <p:nvPr/>
        </p:nvSpPr>
        <p:spPr>
          <a:xfrm>
            <a:off x="4846320" y="2770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0" name="Text 25"/>
          <p:cNvSpPr/>
          <p:nvPr/>
        </p:nvSpPr>
        <p:spPr>
          <a:xfrm>
            <a:off x="521208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circulation sans gilet HV</a:t>
            </a:r>
            <a:endParaRPr lang="fr-FR" sz="1300" noProof="0" dirty="0"/>
          </a:p>
        </p:txBody>
      </p:sp>
      <p:sp>
        <p:nvSpPr>
          <p:cNvPr id="31" name="Shape 26"/>
          <p:cNvSpPr/>
          <p:nvPr/>
        </p:nvSpPr>
        <p:spPr>
          <a:xfrm>
            <a:off x="4846320" y="34747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7"/>
          <p:cNvSpPr/>
          <p:nvPr/>
        </p:nvSpPr>
        <p:spPr>
          <a:xfrm>
            <a:off x="484632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3" name="Text 28"/>
          <p:cNvSpPr/>
          <p:nvPr/>
        </p:nvSpPr>
        <p:spPr>
          <a:xfrm>
            <a:off x="521208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traversée hors marquage</a:t>
            </a:r>
            <a:endParaRPr lang="fr-FR" sz="1300" noProof="0" dirty="0"/>
          </a:p>
        </p:txBody>
      </p:sp>
      <p:sp>
        <p:nvSpPr>
          <p:cNvPr id="34" name="Text 29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Allée dégagée  =  allée sûre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engin &amp; poste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démarrer : 3 vérifications obligatoires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77724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33172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000" noProof="0" dirty="0"/>
          </a:p>
        </p:txBody>
      </p:sp>
      <p:sp>
        <p:nvSpPr>
          <p:cNvPr id="10" name="Shape 7"/>
          <p:cNvSpPr/>
          <p:nvPr/>
        </p:nvSpPr>
        <p:spPr>
          <a:xfrm>
            <a:off x="105156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19019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</a:t>
            </a:r>
            <a:endParaRPr lang="fr-FR" sz="1900" noProof="0" dirty="0"/>
          </a:p>
        </p:txBody>
      </p:sp>
      <p:sp>
        <p:nvSpPr>
          <p:cNvPr id="13" name="Text 9"/>
          <p:cNvSpPr/>
          <p:nvPr/>
        </p:nvSpPr>
        <p:spPr>
          <a:xfrm>
            <a:off x="1051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l'EKS</a:t>
            </a:r>
            <a:endParaRPr lang="fr-FR" sz="1900" noProof="0" dirty="0"/>
          </a:p>
        </p:txBody>
      </p:sp>
      <p:sp>
        <p:nvSpPr>
          <p:cNvPr id="14" name="Shape 10"/>
          <p:cNvSpPr/>
          <p:nvPr/>
        </p:nvSpPr>
        <p:spPr>
          <a:xfrm>
            <a:off x="105156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0515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mis à disposition</a:t>
            </a:r>
            <a:endParaRPr lang="fr-FR" sz="105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269748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8328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3"/>
          <p:cNvSpPr/>
          <p:nvPr/>
        </p:nvSpPr>
        <p:spPr>
          <a:xfrm>
            <a:off x="493776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000" noProof="0" dirty="0"/>
          </a:p>
        </p:txBody>
      </p:sp>
      <p:sp>
        <p:nvSpPr>
          <p:cNvPr id="19" name="Shape 14"/>
          <p:cNvSpPr/>
          <p:nvPr/>
        </p:nvSpPr>
        <p:spPr>
          <a:xfrm>
            <a:off x="365760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19019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576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</a:t>
            </a:r>
            <a:endParaRPr lang="fr-FR" sz="1900" noProof="0" dirty="0"/>
          </a:p>
        </p:txBody>
      </p:sp>
      <p:sp>
        <p:nvSpPr>
          <p:cNvPr id="22" name="Text 16"/>
          <p:cNvSpPr/>
          <p:nvPr/>
        </p:nvSpPr>
        <p:spPr>
          <a:xfrm>
            <a:off x="36576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l'engin</a:t>
            </a:r>
            <a:endParaRPr lang="fr-FR" sz="1900" noProof="0" dirty="0"/>
          </a:p>
        </p:txBody>
      </p:sp>
      <p:sp>
        <p:nvSpPr>
          <p:cNvPr id="23" name="Shape 17"/>
          <p:cNvSpPr/>
          <p:nvPr/>
        </p:nvSpPr>
        <p:spPr>
          <a:xfrm>
            <a:off x="365760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8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Batterie, fuites, commandes</a:t>
            </a:r>
            <a:endParaRPr lang="fr-FR" sz="1050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269748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98932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0"/>
          <p:cNvSpPr/>
          <p:nvPr/>
        </p:nvSpPr>
        <p:spPr>
          <a:xfrm>
            <a:off x="754380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000" noProof="0" dirty="0"/>
          </a:p>
        </p:txBody>
      </p:sp>
      <p:sp>
        <p:nvSpPr>
          <p:cNvPr id="28" name="Shape 21"/>
          <p:cNvSpPr/>
          <p:nvPr/>
        </p:nvSpPr>
        <p:spPr>
          <a:xfrm>
            <a:off x="626364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1901952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263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</a:t>
            </a:r>
            <a:endParaRPr lang="fr-FR" sz="1900" noProof="0" dirty="0"/>
          </a:p>
        </p:txBody>
      </p:sp>
      <p:sp>
        <p:nvSpPr>
          <p:cNvPr id="31" name="Text 23"/>
          <p:cNvSpPr/>
          <p:nvPr/>
        </p:nvSpPr>
        <p:spPr>
          <a:xfrm>
            <a:off x="6263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carnet</a:t>
            </a:r>
            <a:endParaRPr lang="fr-FR" sz="1900" noProof="0" dirty="0"/>
          </a:p>
        </p:txBody>
      </p:sp>
      <p:sp>
        <p:nvSpPr>
          <p:cNvPr id="32" name="Shape 24"/>
          <p:cNvSpPr/>
          <p:nvPr/>
        </p:nvSpPr>
        <p:spPr>
          <a:xfrm>
            <a:off x="626364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5"/>
          <p:cNvSpPr/>
          <p:nvPr/>
        </p:nvSpPr>
        <p:spPr>
          <a:xfrm>
            <a:off x="626364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Journalier, à chaque prise</a:t>
            </a:r>
            <a:endParaRPr lang="fr-FR" sz="1050" noProof="0" dirty="0"/>
          </a:p>
        </p:txBody>
      </p:sp>
      <p:sp>
        <p:nvSpPr>
          <p:cNvPr id="34" name="Text 2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poste propre  •  Un engin sûr  •  Un carnet à jour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8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si on saute la prise de poste</a:t>
            </a:r>
            <a:endParaRPr lang="fr-F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2743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34290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34290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fr-FR" sz="2400" noProof="0" dirty="0"/>
          </a:p>
        </p:txBody>
      </p:sp>
      <p:sp>
        <p:nvSpPr>
          <p:cNvPr id="9" name="Text 6"/>
          <p:cNvSpPr/>
          <p:nvPr/>
        </p:nvSpPr>
        <p:spPr>
          <a:xfrm>
            <a:off x="61722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chariot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6172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 avec engin ou charge.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vital.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34290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61722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 grave</a:t>
            </a:r>
            <a:endParaRPr lang="fr-FR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322326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1"/>
          <p:cNvSpPr/>
          <p:nvPr/>
        </p:nvSpPr>
        <p:spPr>
          <a:xfrm>
            <a:off x="322326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21031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758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Coupures</a:t>
            </a:r>
            <a:endParaRPr lang="fr-FR" sz="2400" noProof="0" dirty="0"/>
          </a:p>
        </p:txBody>
      </p:sp>
      <p:sp>
        <p:nvSpPr>
          <p:cNvPr id="17" name="Text 13"/>
          <p:cNvSpPr/>
          <p:nvPr/>
        </p:nvSpPr>
        <p:spPr>
          <a:xfrm>
            <a:off x="349758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chutes</a:t>
            </a:r>
            <a:endParaRPr lang="fr-F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349758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Manutention sans gants,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 dans allée encombrée.</a:t>
            </a:r>
            <a:endParaRPr lang="fr-FR" sz="1100" noProof="0" dirty="0"/>
          </a:p>
        </p:txBody>
      </p:sp>
      <p:sp>
        <p:nvSpPr>
          <p:cNvPr id="19" name="Shape 15"/>
          <p:cNvSpPr/>
          <p:nvPr/>
        </p:nvSpPr>
        <p:spPr>
          <a:xfrm>
            <a:off x="322326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349758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Arrêt de travail</a:t>
            </a:r>
            <a:endParaRPr lang="fr-FR" sz="1200" noProof="0" dirty="0"/>
          </a:p>
        </p:txBody>
      </p:sp>
      <p:sp>
        <p:nvSpPr>
          <p:cNvPr id="21" name="Shape 17"/>
          <p:cNvSpPr/>
          <p:nvPr/>
        </p:nvSpPr>
        <p:spPr>
          <a:xfrm>
            <a:off x="610362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610362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210312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794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fr-FR" sz="2400" noProof="0" dirty="0"/>
          </a:p>
        </p:txBody>
      </p:sp>
      <p:sp>
        <p:nvSpPr>
          <p:cNvPr id="25" name="Text 20"/>
          <p:cNvSpPr/>
          <p:nvPr/>
        </p:nvSpPr>
        <p:spPr>
          <a:xfrm>
            <a:off x="637794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de dos</a:t>
            </a:r>
            <a:endParaRPr lang="fr-FR" sz="1300" noProof="0" dirty="0"/>
          </a:p>
        </p:txBody>
      </p:sp>
      <p:sp>
        <p:nvSpPr>
          <p:cNvPr id="26" name="Text 21"/>
          <p:cNvSpPr/>
          <p:nvPr/>
        </p:nvSpPr>
        <p:spPr>
          <a:xfrm>
            <a:off x="63779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 musculosquelettiques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posture non maîtrisée.</a:t>
            </a:r>
            <a:endParaRPr lang="fr-FR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10362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637794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Arrêt longue durée</a:t>
            </a:r>
            <a:endParaRPr lang="fr-FR" sz="1200" noProof="0" dirty="0"/>
          </a:p>
        </p:txBody>
      </p:sp>
      <p:sp>
        <p:nvSpPr>
          <p:cNvPr id="29" name="Text 2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prise de poste rigoureuse réduit drastiquement ces risques.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prise de poste</a:t>
            </a:r>
            <a:endParaRPr lang="fr-FR" sz="11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600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200" noProof="0" dirty="0"/>
          </a:p>
        </p:txBody>
      </p:sp>
      <p:sp>
        <p:nvSpPr>
          <p:cNvPr id="10" name="Shape 6"/>
          <p:cNvSpPr/>
          <p:nvPr/>
        </p:nvSpPr>
        <p:spPr>
          <a:xfrm>
            <a:off x="822960" y="20391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7"/>
          <p:cNvSpPr/>
          <p:nvPr/>
        </p:nvSpPr>
        <p:spPr>
          <a:xfrm>
            <a:off x="82296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2" name="Text 8"/>
          <p:cNvSpPr/>
          <p:nvPr/>
        </p:nvSpPr>
        <p:spPr>
          <a:xfrm>
            <a:off x="11430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complets (chaussures + gants)</a:t>
            </a:r>
            <a:endParaRPr lang="fr-FR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822960" y="2450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822960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5" name="Text 11"/>
          <p:cNvSpPr/>
          <p:nvPr/>
        </p:nvSpPr>
        <p:spPr>
          <a:xfrm>
            <a:off x="11430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Allée piétonne empruntée</a:t>
            </a:r>
            <a:endParaRPr lang="fr-F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822960" y="286207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82296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8" name="Text 14"/>
          <p:cNvSpPr/>
          <p:nvPr/>
        </p:nvSpPr>
        <p:spPr>
          <a:xfrm>
            <a:off x="114300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nettoyé</a:t>
            </a:r>
            <a:endParaRPr lang="fr-FR" sz="1200" noProof="0" dirty="0"/>
          </a:p>
        </p:txBody>
      </p:sp>
      <p:sp>
        <p:nvSpPr>
          <p:cNvPr id="19" name="Shape 15"/>
          <p:cNvSpPr/>
          <p:nvPr/>
        </p:nvSpPr>
        <p:spPr>
          <a:xfrm>
            <a:off x="822960" y="32735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822960" y="3246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1" name="Text 17"/>
          <p:cNvSpPr/>
          <p:nvPr/>
        </p:nvSpPr>
        <p:spPr>
          <a:xfrm>
            <a:off x="11430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 contrôlé (batterie, fuites)</a:t>
            </a:r>
            <a:endParaRPr lang="fr-FR" sz="1200" noProof="0" dirty="0"/>
          </a:p>
        </p:txBody>
      </p:sp>
      <p:sp>
        <p:nvSpPr>
          <p:cNvPr id="22" name="Shape 18"/>
          <p:cNvSpPr/>
          <p:nvPr/>
        </p:nvSpPr>
        <p:spPr>
          <a:xfrm>
            <a:off x="822960" y="368503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9"/>
          <p:cNvSpPr/>
          <p:nvPr/>
        </p:nvSpPr>
        <p:spPr>
          <a:xfrm>
            <a:off x="82296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114300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journalier rempli</a:t>
            </a:r>
            <a:endParaRPr lang="fr-FR" sz="1200" noProof="0" dirty="0"/>
          </a:p>
        </p:txBody>
      </p:sp>
      <p:sp>
        <p:nvSpPr>
          <p:cNvPr id="25" name="Shape 21"/>
          <p:cNvSpPr/>
          <p:nvPr/>
        </p:nvSpPr>
        <p:spPr>
          <a:xfrm>
            <a:off x="822960" y="40965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2"/>
          <p:cNvSpPr/>
          <p:nvPr/>
        </p:nvSpPr>
        <p:spPr>
          <a:xfrm>
            <a:off x="822960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11430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Consommables réapprovisionnés</a:t>
            </a:r>
            <a:endParaRPr lang="fr-FR" sz="1200" noProof="0" dirty="0"/>
          </a:p>
        </p:txBody>
      </p:sp>
      <p:sp>
        <p:nvSpPr>
          <p:cNvPr id="28" name="Shape 24"/>
          <p:cNvSpPr/>
          <p:nvPr/>
        </p:nvSpPr>
        <p:spPr>
          <a:xfrm>
            <a:off x="4800600" y="141732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5"/>
          <p:cNvSpPr/>
          <p:nvPr/>
        </p:nvSpPr>
        <p:spPr>
          <a:xfrm>
            <a:off x="4800600" y="14173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6"/>
          <p:cNvSpPr/>
          <p:nvPr/>
        </p:nvSpPr>
        <p:spPr>
          <a:xfrm>
            <a:off x="5029200" y="1508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400" noProof="0" dirty="0"/>
          </a:p>
        </p:txBody>
      </p:sp>
      <p:sp>
        <p:nvSpPr>
          <p:cNvPr id="31" name="Text 27"/>
          <p:cNvSpPr/>
          <p:nvPr/>
        </p:nvSpPr>
        <p:spPr>
          <a:xfrm>
            <a:off x="502920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S'équipe. Emprunte l'allée piétonne. Nettoie, contrôle, remplit le carnet.</a:t>
            </a:r>
            <a:endParaRPr lang="fr-FR" sz="1050" noProof="0" dirty="0"/>
          </a:p>
        </p:txBody>
      </p:sp>
      <p:sp>
        <p:nvSpPr>
          <p:cNvPr id="32" name="Shape 28"/>
          <p:cNvSpPr/>
          <p:nvPr/>
        </p:nvSpPr>
        <p:spPr>
          <a:xfrm>
            <a:off x="4800600" y="251460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9"/>
          <p:cNvSpPr/>
          <p:nvPr/>
        </p:nvSpPr>
        <p:spPr>
          <a:xfrm>
            <a:off x="4800600" y="25146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0"/>
          <p:cNvSpPr/>
          <p:nvPr/>
        </p:nvSpPr>
        <p:spPr>
          <a:xfrm>
            <a:off x="502920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400" noProof="0" dirty="0"/>
          </a:p>
        </p:txBody>
      </p:sp>
      <p:sp>
        <p:nvSpPr>
          <p:cNvPr id="35" name="Text 31"/>
          <p:cNvSpPr/>
          <p:nvPr/>
        </p:nvSpPr>
        <p:spPr>
          <a:xfrm>
            <a:off x="502920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Vérifient les EPI. Contrôlent les carnets. Signalent engins HS.</a:t>
            </a:r>
            <a:endParaRPr lang="fr-FR" sz="1050" noProof="0" dirty="0"/>
          </a:p>
        </p:txBody>
      </p:sp>
      <p:sp>
        <p:nvSpPr>
          <p:cNvPr id="36" name="Shape 32"/>
          <p:cNvSpPr/>
          <p:nvPr/>
        </p:nvSpPr>
        <p:spPr>
          <a:xfrm>
            <a:off x="4800600" y="361188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3"/>
          <p:cNvSpPr/>
          <p:nvPr/>
        </p:nvSpPr>
        <p:spPr>
          <a:xfrm>
            <a:off x="4800600" y="36118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4"/>
          <p:cNvSpPr/>
          <p:nvPr/>
        </p:nvSpPr>
        <p:spPr>
          <a:xfrm>
            <a:off x="502920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QSE</a:t>
            </a:r>
            <a:endParaRPr lang="fr-FR" sz="1400" noProof="0" dirty="0"/>
          </a:p>
        </p:txBody>
      </p:sp>
      <p:sp>
        <p:nvSpPr>
          <p:cNvPr id="39" name="Text 35"/>
          <p:cNvSpPr/>
          <p:nvPr/>
        </p:nvSpPr>
        <p:spPr>
          <a:xfrm>
            <a:off x="5029200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 la conformité EPI. Met à jour le DUERP. Pilote les indicateurs AT.</a:t>
            </a:r>
            <a:endParaRPr lang="fr-FR" sz="1050" noProof="0" dirty="0"/>
          </a:p>
        </p:txBody>
      </p:sp>
      <p:sp>
        <p:nvSpPr>
          <p:cNvPr id="40" name="Text 36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  •  Prise de poste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 ici.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5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   •   PRISE DE POSTE   •   REXEL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</Words>
  <Application>Microsoft Office PowerPoint</Application>
  <PresentationFormat>Affichage à l'écran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P1 - Prise de poste</dc:title>
  <dc:subject>PptxGenJS Presentation</dc:subject>
  <dc:creator>Rexel CLR Champigneulles</dc:creator>
  <cp:lastModifiedBy>Georges, Charlene</cp:lastModifiedBy>
  <cp:revision>3</cp:revision>
  <dcterms:created xsi:type="dcterms:W3CDTF">2026-04-21T20:30:49Z</dcterms:created>
  <dcterms:modified xsi:type="dcterms:W3CDTF">2026-06-03T14:50:52Z</dcterms:modified>
</cp:coreProperties>
</file>