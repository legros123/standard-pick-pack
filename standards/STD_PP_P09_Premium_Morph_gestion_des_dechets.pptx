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744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4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 •   CLR CHAMPIGNEULLES</a:t>
            </a:r>
            <a:endParaRPr lang="fr-FR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926080" cy="2926080"/>
          </a:xfrm>
          <a:prstGeom prst="ellipse">
            <a:avLst/>
          </a:prstGeom>
          <a:solidFill>
            <a:srgbClr val="0A1430"/>
          </a:solidFill>
          <a:ln w="19050">
            <a:solidFill>
              <a:srgbClr val="F2A03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874520"/>
            <a:ext cx="1463040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123444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3"/>
          <p:cNvSpPr/>
          <p:nvPr/>
        </p:nvSpPr>
        <p:spPr>
          <a:xfrm>
            <a:off x="3840480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kern="0" spc="400" noProof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P9</a:t>
            </a:r>
            <a:endParaRPr lang="fr-FR" sz="1000" noProof="0" dirty="0"/>
          </a:p>
        </p:txBody>
      </p:sp>
      <p:sp>
        <p:nvSpPr>
          <p:cNvPr id="7" name="Text 4"/>
          <p:cNvSpPr/>
          <p:nvPr/>
        </p:nvSpPr>
        <p:spPr>
          <a:xfrm>
            <a:off x="3840480" y="1691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5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</a:t>
            </a:r>
            <a:endParaRPr lang="fr-FR" sz="5400" noProof="0" dirty="0"/>
          </a:p>
          <a:p>
            <a:pPr marL="0" indent="0">
              <a:buNone/>
            </a:pPr>
            <a:r>
              <a:rPr lang="fr-FR" sz="54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déchets.</a:t>
            </a:r>
            <a:endParaRPr lang="fr-FR" sz="5400" noProof="0" dirty="0"/>
          </a:p>
        </p:txBody>
      </p:sp>
      <p:sp>
        <p:nvSpPr>
          <p:cNvPr id="8" name="Shape 5"/>
          <p:cNvSpPr/>
          <p:nvPr/>
        </p:nvSpPr>
        <p:spPr>
          <a:xfrm>
            <a:off x="3840480" y="3611880"/>
            <a:ext cx="548640" cy="0"/>
          </a:xfrm>
          <a:prstGeom prst="line">
            <a:avLst/>
          </a:prstGeom>
          <a:noFill/>
          <a:ln w="19050">
            <a:solidFill>
              <a:srgbClr val="F2A03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384048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i="1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juste. Évacuer net.</a:t>
            </a:r>
            <a:endParaRPr lang="fr-FR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STD-PP-P9   •   Mars 2026   •   Formation opérateur</a:t>
            </a:r>
            <a:endParaRPr lang="fr-FR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kern="0" spc="200" noProof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80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A1430"/>
          </a:solidFill>
          <a:ln w="19050">
            <a:solidFill>
              <a:srgbClr val="F2A03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Un déchet bien trié</a:t>
            </a:r>
            <a:endParaRPr lang="fr-FR" sz="3200" noProof="0" dirty="0"/>
          </a:p>
          <a:p>
            <a:pPr marL="0" indent="0" algn="ctr">
              <a:buNone/>
            </a:pPr>
            <a:r>
              <a:rPr lang="fr-FR" sz="32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un poste propre. »</a:t>
            </a:r>
            <a:endParaRPr lang="fr-FR" sz="32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kern="0" spc="6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47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3 flux de tri</a:t>
            </a:r>
            <a:endParaRPr lang="fr-FR" sz="2200" noProof="0" dirty="0"/>
          </a:p>
        </p:txBody>
      </p:sp>
      <p:sp>
        <p:nvSpPr>
          <p:cNvPr id="5" name="Text 2"/>
          <p:cNvSpPr/>
          <p:nvPr/>
        </p:nvSpPr>
        <p:spPr>
          <a:xfrm>
            <a:off x="1097280" y="713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 bon contenant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2606040" cy="64008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303020" y="1737360"/>
            <a:ext cx="1005840" cy="10058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9202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Presse</a:t>
            </a:r>
            <a:endParaRPr lang="fr-FR" sz="1800" noProof="0" dirty="0"/>
          </a:p>
          <a:p>
            <a:pPr marL="0" indent="0" algn="ctr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carton</a:t>
            </a:r>
            <a:endParaRPr lang="fr-FR" sz="1800" noProof="0" dirty="0"/>
          </a:p>
        </p:txBody>
      </p:sp>
      <p:sp>
        <p:nvSpPr>
          <p:cNvPr id="13" name="Shape 9"/>
          <p:cNvSpPr/>
          <p:nvPr/>
        </p:nvSpPr>
        <p:spPr>
          <a:xfrm>
            <a:off x="1577340" y="3520440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68580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Cartons aplatis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plastique/Cerclages</a:t>
            </a:r>
            <a:endParaRPr lang="fr-FR" sz="1000" noProof="0" dirty="0"/>
          </a:p>
        </p:txBody>
      </p:sp>
      <p:sp>
        <p:nvSpPr>
          <p:cNvPr id="15" name="Shape 11"/>
          <p:cNvSpPr/>
          <p:nvPr/>
        </p:nvSpPr>
        <p:spPr>
          <a:xfrm>
            <a:off x="326898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3268980" y="1417320"/>
            <a:ext cx="2606040" cy="64008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3"/>
          <p:cNvSpPr/>
          <p:nvPr/>
        </p:nvSpPr>
        <p:spPr>
          <a:xfrm>
            <a:off x="4069080" y="1737360"/>
            <a:ext cx="1005840" cy="10058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92024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60420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Poubelle</a:t>
            </a:r>
            <a:endParaRPr lang="fr-FR" sz="1800" noProof="0" dirty="0"/>
          </a:p>
          <a:p>
            <a:pPr marL="0" indent="0" algn="ctr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verte</a:t>
            </a:r>
            <a:endParaRPr lang="fr-FR" sz="1800" noProof="0" dirty="0"/>
          </a:p>
        </p:txBody>
      </p:sp>
      <p:sp>
        <p:nvSpPr>
          <p:cNvPr id="20" name="Shape 15"/>
          <p:cNvSpPr/>
          <p:nvPr/>
        </p:nvSpPr>
        <p:spPr>
          <a:xfrm>
            <a:off x="4343400" y="3520440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6"/>
          <p:cNvSpPr/>
          <p:nvPr/>
        </p:nvSpPr>
        <p:spPr>
          <a:xfrm>
            <a:off x="345186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Plastiques souples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Films, sacs, gaines</a:t>
            </a:r>
            <a:endParaRPr lang="fr-FR" sz="1000" noProof="0" dirty="0"/>
          </a:p>
        </p:txBody>
      </p:sp>
      <p:sp>
        <p:nvSpPr>
          <p:cNvPr id="22" name="Shape 17"/>
          <p:cNvSpPr/>
          <p:nvPr/>
        </p:nvSpPr>
        <p:spPr>
          <a:xfrm>
            <a:off x="603504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8"/>
          <p:cNvSpPr/>
          <p:nvPr/>
        </p:nvSpPr>
        <p:spPr>
          <a:xfrm>
            <a:off x="6035040" y="1417320"/>
            <a:ext cx="2606040" cy="64008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19"/>
          <p:cNvSpPr/>
          <p:nvPr/>
        </p:nvSpPr>
        <p:spPr>
          <a:xfrm>
            <a:off x="6835140" y="1737360"/>
            <a:ext cx="1005840" cy="10058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1920240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26480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Poubelle</a:t>
            </a:r>
            <a:endParaRPr lang="fr-FR" sz="1800" noProof="0" dirty="0"/>
          </a:p>
          <a:p>
            <a:pPr marL="0" indent="0" algn="ctr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bleue</a:t>
            </a:r>
            <a:endParaRPr lang="fr-FR" sz="1800" noProof="0" dirty="0"/>
          </a:p>
        </p:txBody>
      </p:sp>
      <p:sp>
        <p:nvSpPr>
          <p:cNvPr id="27" name="Shape 21"/>
          <p:cNvSpPr/>
          <p:nvPr/>
        </p:nvSpPr>
        <p:spPr>
          <a:xfrm>
            <a:off x="7109460" y="3520440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2"/>
          <p:cNvSpPr/>
          <p:nvPr/>
        </p:nvSpPr>
        <p:spPr>
          <a:xfrm>
            <a:off x="621792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Papier, cerclages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Déchets Industriels Banals (DIB)</a:t>
            </a:r>
            <a:endParaRPr lang="fr-FR" sz="1000" noProof="0" dirty="0"/>
          </a:p>
        </p:txBody>
      </p:sp>
      <p:sp>
        <p:nvSpPr>
          <p:cNvPr id="29" name="Text 2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mélange = pas de bourrage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47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Gestes obligatoires</a:t>
            </a:r>
            <a:endParaRPr lang="fr-FR" sz="2200" noProof="0" dirty="0"/>
          </a:p>
        </p:txBody>
      </p:sp>
      <p:sp>
        <p:nvSpPr>
          <p:cNvPr id="5" name="Text 2"/>
          <p:cNvSpPr/>
          <p:nvPr/>
        </p:nvSpPr>
        <p:spPr>
          <a:xfrm>
            <a:off x="1097280" y="713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bons réflexes au poste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3931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73152" cy="2926080"/>
          </a:xfrm>
          <a:prstGeom prst="rect">
            <a:avLst/>
          </a:prstGeom>
          <a:solidFill>
            <a:srgbClr val="2D8C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2D8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1300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122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chaque déchet dans le bon flux</a:t>
            </a:r>
            <a:endParaRPr lang="fr-FR" sz="1200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2549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770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Aplatir les cartons avant la presse</a:t>
            </a:r>
            <a:endParaRPr lang="fr-FR" sz="1200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3872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4838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Vider régulièrement les poubelles</a:t>
            </a:r>
            <a:endParaRPr lang="fr-FR" sz="1200" noProof="0" dirty="0"/>
          </a:p>
        </p:txBody>
      </p:sp>
      <p:sp>
        <p:nvSpPr>
          <p:cNvPr id="17" name="Shape 11"/>
          <p:cNvSpPr/>
          <p:nvPr/>
        </p:nvSpPr>
        <p:spPr>
          <a:xfrm>
            <a:off x="4709160" y="1417320"/>
            <a:ext cx="3931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2"/>
          <p:cNvSpPr/>
          <p:nvPr/>
        </p:nvSpPr>
        <p:spPr>
          <a:xfrm>
            <a:off x="4709160" y="1417320"/>
            <a:ext cx="73152" cy="29260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3"/>
          <p:cNvSpPr/>
          <p:nvPr/>
        </p:nvSpPr>
        <p:spPr>
          <a:xfrm>
            <a:off x="49834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1300" noProof="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11226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9496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plastique/cerclage dans la presse à carton</a:t>
            </a:r>
            <a:endParaRPr lang="fr-FR" sz="1200" noProof="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825496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94960" y="2770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mélange plastique / DIB</a:t>
            </a:r>
            <a:endParaRPr lang="fr-FR" sz="1200" noProof="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538728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94960" y="34838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poubelle laissée en débordement</a:t>
            </a:r>
            <a:endParaRPr lang="fr-FR" sz="1200" noProof="0" dirty="0"/>
          </a:p>
        </p:txBody>
      </p:sp>
      <p:sp>
        <p:nvSpPr>
          <p:cNvPr id="26" name="Text 1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déchet bien trié = un poste propre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47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 la presse</a:t>
            </a:r>
            <a:endParaRPr lang="fr-FR" sz="2200" noProof="0" dirty="0"/>
          </a:p>
        </p:txBody>
      </p:sp>
      <p:sp>
        <p:nvSpPr>
          <p:cNvPr id="5" name="Text 2"/>
          <p:cNvSpPr/>
          <p:nvPr/>
        </p:nvSpPr>
        <p:spPr>
          <a:xfrm>
            <a:off x="1097280" y="713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et continuité de service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" y="1737360"/>
            <a:ext cx="777240" cy="7772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883664"/>
            <a:ext cx="484632" cy="4846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456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5600" b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fr-FR" sz="5600" noProof="0" dirty="0"/>
          </a:p>
        </p:txBody>
      </p:sp>
      <p:sp>
        <p:nvSpPr>
          <p:cNvPr id="12" name="Text 8"/>
          <p:cNvSpPr/>
          <p:nvPr/>
        </p:nvSpPr>
        <p:spPr>
          <a:xfrm>
            <a:off x="73152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Aplatir</a:t>
            </a:r>
            <a:endParaRPr lang="fr-FR" sz="18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carton volumineux</a:t>
            </a:r>
            <a:endParaRPr lang="fr-FR" sz="1800" noProof="0" dirty="0"/>
          </a:p>
        </p:txBody>
      </p:sp>
      <p:sp>
        <p:nvSpPr>
          <p:cNvPr id="13" name="Shape 9"/>
          <p:cNvSpPr/>
          <p:nvPr/>
        </p:nvSpPr>
        <p:spPr>
          <a:xfrm>
            <a:off x="731520" y="3538728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731520" y="36301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au plus bas pour presse</a:t>
            </a:r>
          </a:p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plat carton pour poubelle grillagées</a:t>
            </a:r>
            <a:endParaRPr lang="fr-FR" sz="1000" noProof="0" dirty="0"/>
          </a:p>
        </p:txBody>
      </p:sp>
      <p:sp>
        <p:nvSpPr>
          <p:cNvPr id="15" name="Shape 11"/>
          <p:cNvSpPr/>
          <p:nvPr/>
        </p:nvSpPr>
        <p:spPr>
          <a:xfrm>
            <a:off x="326898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3543300" y="1737360"/>
            <a:ext cx="777240" cy="7772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1883664"/>
            <a:ext cx="484632" cy="4846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6062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5600" b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fr-FR" sz="5600" noProof="0" dirty="0"/>
          </a:p>
        </p:txBody>
      </p:sp>
      <p:sp>
        <p:nvSpPr>
          <p:cNvPr id="19" name="Text 14"/>
          <p:cNvSpPr/>
          <p:nvPr/>
        </p:nvSpPr>
        <p:spPr>
          <a:xfrm>
            <a:off x="349758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Séparer</a:t>
            </a:r>
            <a:endParaRPr lang="fr-FR" sz="18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flux</a:t>
            </a:r>
            <a:endParaRPr lang="fr-FR" sz="1800" noProof="0" dirty="0"/>
          </a:p>
        </p:txBody>
      </p:sp>
      <p:sp>
        <p:nvSpPr>
          <p:cNvPr id="20" name="Shape 15"/>
          <p:cNvSpPr/>
          <p:nvPr/>
        </p:nvSpPr>
        <p:spPr>
          <a:xfrm>
            <a:off x="3497580" y="3538728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6"/>
          <p:cNvSpPr/>
          <p:nvPr/>
        </p:nvSpPr>
        <p:spPr>
          <a:xfrm>
            <a:off x="3497580" y="36301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 = plastique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Bleue = papier</a:t>
            </a:r>
            <a:endParaRPr lang="fr-FR" sz="1000" noProof="0" dirty="0"/>
          </a:p>
        </p:txBody>
      </p:sp>
      <p:sp>
        <p:nvSpPr>
          <p:cNvPr id="22" name="Shape 17"/>
          <p:cNvSpPr/>
          <p:nvPr/>
        </p:nvSpPr>
        <p:spPr>
          <a:xfrm>
            <a:off x="603504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8"/>
          <p:cNvSpPr/>
          <p:nvPr/>
        </p:nvSpPr>
        <p:spPr>
          <a:xfrm>
            <a:off x="6309360" y="1737360"/>
            <a:ext cx="777240" cy="7772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883664"/>
            <a:ext cx="484632" cy="4846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2668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5600" b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fr-FR" sz="5600" noProof="0" dirty="0"/>
          </a:p>
        </p:txBody>
      </p:sp>
      <p:sp>
        <p:nvSpPr>
          <p:cNvPr id="26" name="Text 20"/>
          <p:cNvSpPr/>
          <p:nvPr/>
        </p:nvSpPr>
        <p:spPr>
          <a:xfrm>
            <a:off x="626364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Débloquer</a:t>
            </a:r>
            <a:endParaRPr lang="fr-FR" sz="18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presse</a:t>
            </a:r>
            <a:endParaRPr lang="fr-FR" sz="1800" noProof="0" dirty="0"/>
          </a:p>
        </p:txBody>
      </p:sp>
      <p:sp>
        <p:nvSpPr>
          <p:cNvPr id="27" name="Shape 21"/>
          <p:cNvSpPr/>
          <p:nvPr/>
        </p:nvSpPr>
        <p:spPr>
          <a:xfrm>
            <a:off x="6263640" y="3538728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2"/>
          <p:cNvSpPr/>
          <p:nvPr/>
        </p:nvSpPr>
        <p:spPr>
          <a:xfrm>
            <a:off x="6263640" y="36301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Bourrage → bouton vert</a:t>
            </a:r>
            <a:endParaRPr lang="fr-FR" sz="1000" noProof="0" dirty="0"/>
          </a:p>
        </p:txBody>
      </p:sp>
      <p:sp>
        <p:nvSpPr>
          <p:cNvPr id="29" name="Text 2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flux propre  •  Une presse libre  •  Zéro mélange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6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RÉELS</a:t>
            </a:r>
            <a:endParaRPr lang="fr-F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i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arrive si le tri n'est pas respecté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2560320"/>
          </a:xfrm>
          <a:prstGeom prst="rect">
            <a:avLst/>
          </a:prstGeom>
          <a:solidFill>
            <a:srgbClr val="0A1430"/>
          </a:solidFill>
          <a:ln w="6350">
            <a:solidFill>
              <a:srgbClr val="8E2A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060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Bourrage</a:t>
            </a:r>
            <a:endParaRPr lang="fr-FR" sz="22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presse</a:t>
            </a:r>
            <a:endParaRPr lang="fr-FR" sz="220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Plastique/cerclage dans la presse à carton.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Provoque blocage et intervention.</a:t>
            </a:r>
            <a:endParaRPr lang="fr-FR" sz="1000" noProof="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i="1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Arrêt presse</a:t>
            </a:r>
            <a:endParaRPr lang="fr-FR" sz="1000" noProof="0" dirty="0"/>
          </a:p>
        </p:txBody>
      </p:sp>
      <p:sp>
        <p:nvSpPr>
          <p:cNvPr id="10" name="Shape 7"/>
          <p:cNvSpPr/>
          <p:nvPr/>
        </p:nvSpPr>
        <p:spPr>
          <a:xfrm>
            <a:off x="3268980" y="1554480"/>
            <a:ext cx="2606040" cy="2560320"/>
          </a:xfrm>
          <a:prstGeom prst="rect">
            <a:avLst/>
          </a:prstGeom>
          <a:solidFill>
            <a:srgbClr val="0A1430"/>
          </a:solidFill>
          <a:ln w="6350">
            <a:solidFill>
              <a:srgbClr val="8E2A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8"/>
          <p:cNvSpPr/>
          <p:nvPr/>
        </p:nvSpPr>
        <p:spPr>
          <a:xfrm>
            <a:off x="3268980" y="1554480"/>
            <a:ext cx="26060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18288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330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Débordement</a:t>
            </a:r>
            <a:endParaRPr lang="fr-FR" sz="22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poubelles</a:t>
            </a:r>
            <a:endParaRPr lang="fr-FR" sz="2200" noProof="0" dirty="0"/>
          </a:p>
        </p:txBody>
      </p:sp>
      <p:sp>
        <p:nvSpPr>
          <p:cNvPr id="14" name="Text 10"/>
          <p:cNvSpPr/>
          <p:nvPr/>
        </p:nvSpPr>
        <p:spPr>
          <a:xfrm>
            <a:off x="354330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Poubelles non vidées en continu,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encombrement du poste.</a:t>
            </a:r>
          </a:p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plat dans poubelle grillagées.</a:t>
            </a:r>
            <a:endParaRPr lang="fr-FR" sz="1000" noProof="0" dirty="0"/>
          </a:p>
        </p:txBody>
      </p:sp>
      <p:sp>
        <p:nvSpPr>
          <p:cNvPr id="15" name="Text 11"/>
          <p:cNvSpPr/>
          <p:nvPr/>
        </p:nvSpPr>
        <p:spPr>
          <a:xfrm>
            <a:off x="354330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i="1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Zone non conforme</a:t>
            </a:r>
            <a:endParaRPr lang="fr-FR" sz="1000" noProof="0" dirty="0"/>
          </a:p>
        </p:txBody>
      </p:sp>
      <p:sp>
        <p:nvSpPr>
          <p:cNvPr id="16" name="Shape 12"/>
          <p:cNvSpPr/>
          <p:nvPr/>
        </p:nvSpPr>
        <p:spPr>
          <a:xfrm>
            <a:off x="6035040" y="1554480"/>
            <a:ext cx="2606040" cy="2560320"/>
          </a:xfrm>
          <a:prstGeom prst="rect">
            <a:avLst/>
          </a:prstGeom>
          <a:solidFill>
            <a:srgbClr val="0A1430"/>
          </a:solidFill>
          <a:ln w="6350">
            <a:solidFill>
              <a:srgbClr val="8E2A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3"/>
          <p:cNvSpPr/>
          <p:nvPr/>
        </p:nvSpPr>
        <p:spPr>
          <a:xfrm>
            <a:off x="6035040" y="1554480"/>
            <a:ext cx="26060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Mélange</a:t>
            </a:r>
            <a:endParaRPr lang="fr-FR" sz="22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flux</a:t>
            </a:r>
            <a:endParaRPr lang="fr-FR" sz="2200" noProof="0" dirty="0"/>
          </a:p>
        </p:txBody>
      </p:sp>
      <p:sp>
        <p:nvSpPr>
          <p:cNvPr id="20" name="Text 15"/>
          <p:cNvSpPr/>
          <p:nvPr/>
        </p:nvSpPr>
        <p:spPr>
          <a:xfrm>
            <a:off x="630936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Plastique mélangé au DIB,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perdu en aval.</a:t>
            </a:r>
            <a:endParaRPr lang="fr-FR" sz="1000" noProof="0" dirty="0"/>
          </a:p>
        </p:txBody>
      </p:sp>
      <p:sp>
        <p:nvSpPr>
          <p:cNvPr id="21" name="Text 16"/>
          <p:cNvSpPr/>
          <p:nvPr/>
        </p:nvSpPr>
        <p:spPr>
          <a:xfrm>
            <a:off x="630936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i="1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Non-conformité</a:t>
            </a:r>
            <a:endParaRPr lang="fr-FR" sz="1000" noProof="0" dirty="0"/>
          </a:p>
        </p:txBody>
      </p:sp>
      <p:sp>
        <p:nvSpPr>
          <p:cNvPr id="22" name="Text 1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 rigoureux à la source réduit drastiquement ces risques.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3474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&amp; responsabilités</a:t>
            </a:r>
            <a:endParaRPr lang="fr-FR" sz="2200" noProof="0" dirty="0"/>
          </a:p>
        </p:txBody>
      </p:sp>
      <p:sp>
        <p:nvSpPr>
          <p:cNvPr id="6" name="Text 2"/>
          <p:cNvSpPr/>
          <p:nvPr/>
        </p:nvSpPr>
        <p:spPr>
          <a:xfrm>
            <a:off x="1097280" y="713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à chaque rotation déchets</a:t>
            </a:r>
            <a:endParaRPr lang="fr-FR" sz="1100" noProof="0" dirty="0"/>
          </a:p>
        </p:txBody>
      </p:sp>
      <p:sp>
        <p:nvSpPr>
          <p:cNvPr id="7" name="Shape 3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4"/>
          <p:cNvSpPr/>
          <p:nvPr/>
        </p:nvSpPr>
        <p:spPr>
          <a:xfrm>
            <a:off x="502920" y="1417320"/>
            <a:ext cx="45720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5"/>
          <p:cNvSpPr/>
          <p:nvPr/>
        </p:nvSpPr>
        <p:spPr>
          <a:xfrm>
            <a:off x="502920" y="1417320"/>
            <a:ext cx="4572000" cy="4572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6"/>
          <p:cNvSpPr/>
          <p:nvPr/>
        </p:nvSpPr>
        <p:spPr>
          <a:xfrm>
            <a:off x="731520" y="1417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6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100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0147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192024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Déchets triés dans le bon flux</a:t>
            </a:r>
            <a:endParaRPr lang="fr-FR" sz="1100" noProof="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4144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34696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Cartons volumineux aplatis avant mise en presse</a:t>
            </a:r>
            <a:endParaRPr lang="fr-FR" sz="1100" noProof="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6816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277368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Poubelles grillagées vidées régulièrement</a:t>
            </a:r>
            <a:endParaRPr lang="fr-FR" sz="1100" noProof="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9488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97280" y="320040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Plastiques séparés du DIB</a:t>
            </a:r>
            <a:endParaRPr lang="fr-FR" sz="1100" noProof="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21608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97280" y="362712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plastique dans la presse</a:t>
            </a:r>
            <a:endParaRPr lang="fr-FR" sz="1100" noProof="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48328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97280" y="405384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vert si bourrage presse</a:t>
            </a:r>
            <a:endParaRPr lang="fr-FR" sz="1100" noProof="0" dirty="0"/>
          </a:p>
        </p:txBody>
      </p:sp>
      <p:sp>
        <p:nvSpPr>
          <p:cNvPr id="23" name="Shape 13"/>
          <p:cNvSpPr/>
          <p:nvPr/>
        </p:nvSpPr>
        <p:spPr>
          <a:xfrm>
            <a:off x="5212080" y="1417320"/>
            <a:ext cx="3474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14"/>
          <p:cNvSpPr/>
          <p:nvPr/>
        </p:nvSpPr>
        <p:spPr>
          <a:xfrm>
            <a:off x="5212080" y="1417320"/>
            <a:ext cx="73152" cy="960120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15"/>
          <p:cNvSpPr/>
          <p:nvPr/>
        </p:nvSpPr>
        <p:spPr>
          <a:xfrm>
            <a:off x="544068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Opérateur</a:t>
            </a:r>
            <a:endParaRPr lang="fr-FR" sz="1300" noProof="0" dirty="0"/>
          </a:p>
        </p:txBody>
      </p:sp>
      <p:sp>
        <p:nvSpPr>
          <p:cNvPr id="26" name="Text 16"/>
          <p:cNvSpPr/>
          <p:nvPr/>
        </p:nvSpPr>
        <p:spPr>
          <a:xfrm>
            <a:off x="544068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Trie, aplatit, vide. Gère la presse (bouton vert).</a:t>
            </a:r>
            <a:endParaRPr lang="fr-FR" sz="1000" noProof="0" dirty="0"/>
          </a:p>
        </p:txBody>
      </p:sp>
      <p:sp>
        <p:nvSpPr>
          <p:cNvPr id="27" name="Shape 17"/>
          <p:cNvSpPr/>
          <p:nvPr/>
        </p:nvSpPr>
        <p:spPr>
          <a:xfrm>
            <a:off x="5212080" y="2487168"/>
            <a:ext cx="3474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18"/>
          <p:cNvSpPr/>
          <p:nvPr/>
        </p:nvSpPr>
        <p:spPr>
          <a:xfrm>
            <a:off x="5212080" y="2487168"/>
            <a:ext cx="73152" cy="960120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19"/>
          <p:cNvSpPr/>
          <p:nvPr/>
        </p:nvSpPr>
        <p:spPr>
          <a:xfrm>
            <a:off x="5440680" y="2578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Superviseur</a:t>
            </a:r>
            <a:endParaRPr lang="fr-FR" sz="1300" noProof="0" dirty="0"/>
          </a:p>
        </p:txBody>
      </p:sp>
      <p:sp>
        <p:nvSpPr>
          <p:cNvPr id="30" name="Text 20"/>
          <p:cNvSpPr/>
          <p:nvPr/>
        </p:nvSpPr>
        <p:spPr>
          <a:xfrm>
            <a:off x="5440680" y="28986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le tri. Sensibilise. Signale les pannes.</a:t>
            </a:r>
            <a:endParaRPr lang="fr-FR" sz="1000" noProof="0" dirty="0"/>
          </a:p>
        </p:txBody>
      </p:sp>
      <p:sp>
        <p:nvSpPr>
          <p:cNvPr id="31" name="Shape 21"/>
          <p:cNvSpPr/>
          <p:nvPr/>
        </p:nvSpPr>
        <p:spPr>
          <a:xfrm>
            <a:off x="5212080" y="3557016"/>
            <a:ext cx="3474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22"/>
          <p:cNvSpPr/>
          <p:nvPr/>
        </p:nvSpPr>
        <p:spPr>
          <a:xfrm>
            <a:off x="5212080" y="3557016"/>
            <a:ext cx="73152" cy="960120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3"/>
          <p:cNvSpPr/>
          <p:nvPr/>
        </p:nvSpPr>
        <p:spPr>
          <a:xfrm>
            <a:off x="5440680" y="3648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 err="1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Éq</a:t>
            </a:r>
            <a:r>
              <a:rPr lang="fr-FR" sz="13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nettoyage</a:t>
            </a:r>
            <a:endParaRPr lang="fr-FR" sz="1300" noProof="0" dirty="0"/>
          </a:p>
        </p:txBody>
      </p:sp>
      <p:sp>
        <p:nvSpPr>
          <p:cNvPr id="34" name="Text 24"/>
          <p:cNvSpPr/>
          <p:nvPr/>
        </p:nvSpPr>
        <p:spPr>
          <a:xfrm>
            <a:off x="5440680" y="39684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Évacue toutes les poubelles tout au long de la journée.</a:t>
            </a:r>
            <a:endParaRPr lang="fr-FR" sz="1000" noProof="0" dirty="0"/>
          </a:p>
        </p:txBody>
      </p:sp>
      <p:sp>
        <p:nvSpPr>
          <p:cNvPr id="35" name="Text 2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STD-PP-P9  •  Gestion des déchets  • 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A1430"/>
          </a:solidFill>
          <a:ln w="19050">
            <a:solidFill>
              <a:srgbClr val="F2A03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tri</a:t>
            </a:r>
            <a:endParaRPr lang="fr-FR" sz="3800" noProof="0" dirty="0"/>
          </a:p>
          <a:p>
            <a:pPr marL="0" indent="0" algn="ctr">
              <a:buNone/>
            </a:pPr>
            <a:r>
              <a:rPr lang="fr-FR" sz="3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commence ici.</a:t>
            </a:r>
            <a:endParaRPr lang="fr-FR" sz="38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kern="0" spc="5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P9   •   GESTION DES DÉCHETS   •   REXEL CLR CHAMPIGNEULLES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403</Words>
  <Application>Microsoft Office PowerPoint</Application>
  <PresentationFormat>Affichage à l'écran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STD-PP-P9</dc:title>
  <dc:subject>PptxGenJS Presentation</dc:subject>
  <dc:creator>REXEL CLR Champigneulles</dc:creator>
  <cp:lastModifiedBy>Georges, Charlene</cp:lastModifiedBy>
  <cp:revision>3</cp:revision>
  <dcterms:created xsi:type="dcterms:W3CDTF">2026-05-11T16:54:38Z</dcterms:created>
  <dcterms:modified xsi:type="dcterms:W3CDTF">2026-06-03T14:52:39Z</dcterms:modified>
</cp:coreProperties>
</file>