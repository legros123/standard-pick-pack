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54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777240" y="1600200"/>
            <a:ext cx="3657600" cy="36576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7944" y="2660904"/>
            <a:ext cx="1536192" cy="1536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69848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1106424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1143000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212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2120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5120640" y="3063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interdits.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5212080" y="4343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F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internes à respecter dans le CLR.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212080" y="5074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STD-PP-P14   •   Février 2026   •   Formation opérateur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724248" y="822960"/>
            <a:ext cx="2743200" cy="27432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9776" y="161848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434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Pas de règle,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507492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zone de travail. »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8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&amp; comportement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n'est pas autorisé en zone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kern="0" spc="40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95234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5234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198104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8228" y="240030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234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Casquette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13522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Pantacourt, débardeur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47278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47278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550148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8668" y="240030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7278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465566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Musique en zone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9322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799322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902192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9108" y="240030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9322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Stupéfiant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817610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Alcool sur site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61264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5989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conforme = accès zone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interdits dans le dépôt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et règles à appliquer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kern="0" spc="40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91440" cy="4023360"/>
          </a:xfrm>
          <a:prstGeom prst="rect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50" y="20459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kern="0" spc="600" dirty="0">
                <a:solidFill>
                  <a:srgbClr val="21A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63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de travail conforme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60120" y="356616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9601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63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rangé hors zone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60120" y="434340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9601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463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Bouteille d'eau uniquement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55080" y="1691640"/>
            <a:ext cx="91440" cy="402336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6446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6675120" y="1920240"/>
            <a:ext cx="502920" cy="50292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850" y="204597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kern="0" spc="6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675120" y="278892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28620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78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boisson sucrée ni nourriture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675120" y="356616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363931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78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musique ni téléphone en zone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675120" y="434340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441655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78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D'alcool ni de stupéfiant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internes  =  respect du collectif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surveiller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respecter les règles internes du CLR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kern="0" spc="40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81518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96402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122666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6698" y="24345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094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18094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tenue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118094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118094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prise de poste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98815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442706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57590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19" name="Shape 15"/>
          <p:cNvSpPr/>
          <p:nvPr/>
        </p:nvSpPr>
        <p:spPr>
          <a:xfrm>
            <a:off x="483854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8578" y="2434590"/>
            <a:ext cx="480060" cy="480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282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79282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479282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479282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de la zone de travail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60003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1"/>
          <p:cNvSpPr/>
          <p:nvPr/>
        </p:nvSpPr>
        <p:spPr>
          <a:xfrm>
            <a:off x="803894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/>
          <p:nvPr/>
        </p:nvSpPr>
        <p:spPr>
          <a:xfrm>
            <a:off x="1018778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28" name="Shape 23"/>
          <p:cNvSpPr/>
          <p:nvPr/>
        </p:nvSpPr>
        <p:spPr>
          <a:xfrm>
            <a:off x="845042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0458" y="2434590"/>
            <a:ext cx="480060" cy="4800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0470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Refuser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840470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interdits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840470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840470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Alcool, stupéfiants, nourriture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tenue conforme  •  Un comportement pro  •  Un site respecté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8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en cas de non-respect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4572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8658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8658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068" y="2423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806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Avertissement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9806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superviseur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806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à l'ordre lors du premier constat.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9806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Avertissement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3562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33562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108" y="2423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710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74710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récidive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4710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répétition du manquement constaté.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4710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Sanction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8466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08466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6148" y="24231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9614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49614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49614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inadapté qui met en cause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fonctionnement du site.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49614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Risque équipe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respect des règles internes protège l'équipe et le site.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au quotidien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8640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70" y="1817370"/>
            <a:ext cx="160020" cy="1600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2194560"/>
            <a:ext cx="5486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914400" y="25146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2560320"/>
            <a:ext cx="182880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780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de travail conforme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14400" y="30632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108960"/>
            <a:ext cx="182880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0266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casquette ni débardeur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14400" y="36118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657600"/>
            <a:ext cx="182880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5753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rangé hors zone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14400" y="41605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206240"/>
            <a:ext cx="182880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123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d'alcool ni stupéfiant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914400" y="470916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754880"/>
            <a:ext cx="182880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46725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boisson sucrée ni nourriture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914400" y="52578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5303520"/>
            <a:ext cx="182880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7160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musique en zone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6400800" y="1600200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0"/>
          <p:cNvSpPr/>
          <p:nvPr/>
        </p:nvSpPr>
        <p:spPr>
          <a:xfrm>
            <a:off x="6492240" y="160020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1"/>
          <p:cNvSpPr/>
          <p:nvPr/>
        </p:nvSpPr>
        <p:spPr>
          <a:xfrm>
            <a:off x="6720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67208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 la tenue et les règles internes. Range téléphone et effets personnels hors zone.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400800" y="3090672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4"/>
          <p:cNvSpPr/>
          <p:nvPr/>
        </p:nvSpPr>
        <p:spPr>
          <a:xfrm>
            <a:off x="6492240" y="3090672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25"/>
          <p:cNvSpPr/>
          <p:nvPr/>
        </p:nvSpPr>
        <p:spPr>
          <a:xfrm>
            <a:off x="6720840" y="3227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en-US" sz="1600" dirty="0"/>
          </a:p>
        </p:txBody>
      </p:sp>
      <p:sp>
        <p:nvSpPr>
          <p:cNvPr id="36" name="Text 26"/>
          <p:cNvSpPr/>
          <p:nvPr/>
        </p:nvSpPr>
        <p:spPr>
          <a:xfrm>
            <a:off x="6720840" y="359359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Contrôlent le respect des règles. Avertissent en cas de manquement. Appliquent la sanction si récidive.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6400800" y="4581144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28"/>
          <p:cNvSpPr/>
          <p:nvPr/>
        </p:nvSpPr>
        <p:spPr>
          <a:xfrm>
            <a:off x="6492240" y="4581144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29"/>
          <p:cNvSpPr/>
          <p:nvPr/>
        </p:nvSpPr>
        <p:spPr>
          <a:xfrm>
            <a:off x="6720840" y="4718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en-US" sz="1600" dirty="0"/>
          </a:p>
        </p:txBody>
      </p:sp>
      <p:sp>
        <p:nvSpPr>
          <p:cNvPr id="40" name="Text 30"/>
          <p:cNvSpPr/>
          <p:nvPr/>
        </p:nvSpPr>
        <p:spPr>
          <a:xfrm>
            <a:off x="6720840" y="508406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à jour le règlement intérieur. Pilote les rappels collectifs. Suit les indicateurs comportement.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STD-PP-P14  •  Les interdits  •  CLR Champigneulles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907128" y="1280160"/>
            <a:ext cx="2377440" cy="237744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6585" y="1969618"/>
            <a:ext cx="998525" cy="998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respect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ici.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P14   •   LES INTERDITS   •   REXEL CLR CHAMPIGNEULLES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Grand écran</PresentationFormat>
  <Paragraphs>96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Rexel France — CLR Champigneulles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STD-PP-P14 — INTERDITS</dc:title>
  <dc:subject>PptxGenJS Presentation</dc:subject>
  <dc:creator>PptxGenJS</dc:creator>
  <cp:lastModifiedBy>Georges, Charlene</cp:lastModifiedBy>
  <cp:revision>1</cp:revision>
  <dcterms:created xsi:type="dcterms:W3CDTF">2026-05-12T08:00:30Z</dcterms:created>
  <dcterms:modified xsi:type="dcterms:W3CDTF">2026-06-03T13:43:17Z</dcterms:modified>
</cp:coreProperties>
</file>